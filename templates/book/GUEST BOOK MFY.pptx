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61" r:id="rId5"/>
    <p:sldId id="262" r:id="rId6"/>
    <p:sldId id="259" r:id="rId7"/>
    <p:sldId id="260" r:id="rId8"/>
    <p:sldId id="264" r:id="rId9"/>
    <p:sldId id="266" r:id="rId10"/>
    <p:sldId id="263" r:id="rId11"/>
  </p:sldIdLst>
  <p:sldSz cx="7559675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5DEE78-F852-7F41-9AEC-911550282F2A}" v="546" dt="2025-08-08T10:51:07.811"/>
    <p1510:client id="{EB27531A-22FC-0FFC-66E9-17C4A1A0E16F}" v="2" dt="2025-08-08T10:55:09.7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255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976" y="1749795"/>
            <a:ext cx="6425724" cy="3722335"/>
          </a:xfrm>
        </p:spPr>
        <p:txBody>
          <a:bodyPr anchor="b"/>
          <a:lstStyle>
            <a:lvl1pPr algn="ctr">
              <a:defRPr sz="496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4960" y="5615678"/>
            <a:ext cx="5669756" cy="2581379"/>
          </a:xfrm>
        </p:spPr>
        <p:txBody>
          <a:bodyPr/>
          <a:lstStyle>
            <a:lvl1pPr marL="0" indent="0" algn="ctr">
              <a:buNone/>
              <a:defRPr sz="1984"/>
            </a:lvl1pPr>
            <a:lvl2pPr marL="377967" indent="0" algn="ctr">
              <a:buNone/>
              <a:defRPr sz="1653"/>
            </a:lvl2pPr>
            <a:lvl3pPr marL="755934" indent="0" algn="ctr">
              <a:buNone/>
              <a:defRPr sz="1488"/>
            </a:lvl3pPr>
            <a:lvl4pPr marL="1133902" indent="0" algn="ctr">
              <a:buNone/>
              <a:defRPr sz="1323"/>
            </a:lvl4pPr>
            <a:lvl5pPr marL="1511869" indent="0" algn="ctr">
              <a:buNone/>
              <a:defRPr sz="1323"/>
            </a:lvl5pPr>
            <a:lvl6pPr marL="1889836" indent="0" algn="ctr">
              <a:buNone/>
              <a:defRPr sz="1323"/>
            </a:lvl6pPr>
            <a:lvl7pPr marL="2267803" indent="0" algn="ctr">
              <a:buNone/>
              <a:defRPr sz="1323"/>
            </a:lvl7pPr>
            <a:lvl8pPr marL="2645771" indent="0" algn="ctr">
              <a:buNone/>
              <a:defRPr sz="1323"/>
            </a:lvl8pPr>
            <a:lvl9pPr marL="3023738" indent="0" algn="ctr">
              <a:buNone/>
              <a:defRPr sz="1323"/>
            </a:lvl9pPr>
          </a:lstStyle>
          <a:p>
            <a:r>
              <a:rPr lang="fr-FR"/>
              <a:t>Modifiez le style des sous-titres du masque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1615A-931B-E843-B98B-D6CE9B64CFD5}" type="datetimeFigureOut">
              <a:rPr lang="fr-FR" smtClean="0"/>
              <a:t>12/08/2025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321CE-3BD6-7B41-B7BA-56CF0C5D70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69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1615A-931B-E843-B98B-D6CE9B64CFD5}" type="datetimeFigureOut">
              <a:rPr lang="fr-FR" smtClean="0"/>
              <a:t>12/08/2025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321CE-3BD6-7B41-B7BA-56CF0C5D70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03790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791" y="2665532"/>
            <a:ext cx="6520220" cy="4447496"/>
          </a:xfrm>
        </p:spPr>
        <p:txBody>
          <a:bodyPr anchor="b"/>
          <a:lstStyle>
            <a:lvl1pPr>
              <a:defRPr sz="496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791" y="7155103"/>
            <a:ext cx="6520220" cy="2338833"/>
          </a:xfrm>
        </p:spPr>
        <p:txBody>
          <a:bodyPr/>
          <a:lstStyle>
            <a:lvl1pPr marL="0" indent="0">
              <a:buNone/>
              <a:defRPr sz="1984">
                <a:solidFill>
                  <a:schemeClr val="tx1"/>
                </a:solidFill>
              </a:defRPr>
            </a:lvl1pPr>
            <a:lvl2pPr marL="377967" indent="0">
              <a:buNone/>
              <a:defRPr sz="1653">
                <a:solidFill>
                  <a:schemeClr val="tx1">
                    <a:tint val="75000"/>
                  </a:schemeClr>
                </a:solidFill>
              </a:defRPr>
            </a:lvl2pPr>
            <a:lvl3pPr marL="755934" indent="0">
              <a:buNone/>
              <a:defRPr sz="1488">
                <a:solidFill>
                  <a:schemeClr val="tx1">
                    <a:tint val="75000"/>
                  </a:schemeClr>
                </a:solidFill>
              </a:defRPr>
            </a:lvl3pPr>
            <a:lvl4pPr marL="1133902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4pPr>
            <a:lvl5pPr marL="1511869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5pPr>
            <a:lvl6pPr marL="1889836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6pPr>
            <a:lvl7pPr marL="2267803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7pPr>
            <a:lvl8pPr marL="2645771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8pPr>
            <a:lvl9pPr marL="3023738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1615A-931B-E843-B98B-D6CE9B64CFD5}" type="datetimeFigureOut">
              <a:rPr lang="fr-FR" smtClean="0"/>
              <a:t>12/08/2025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321CE-3BD6-7B41-B7BA-56CF0C5D70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321220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728" y="2846200"/>
            <a:ext cx="3212862" cy="678385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085" y="2846200"/>
            <a:ext cx="3212862" cy="678385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1615A-931B-E843-B98B-D6CE9B64CFD5}" type="datetimeFigureOut">
              <a:rPr lang="fr-FR" smtClean="0"/>
              <a:t>12/08/2025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321CE-3BD6-7B41-B7BA-56CF0C5D70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411659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569242"/>
            <a:ext cx="6520220" cy="206659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13" y="2620980"/>
            <a:ext cx="3198096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13" y="3905482"/>
            <a:ext cx="3198096" cy="574437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086" y="2620980"/>
            <a:ext cx="3213847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086" y="3905482"/>
            <a:ext cx="3213847" cy="574437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1615A-931B-E843-B98B-D6CE9B64CFD5}" type="datetimeFigureOut">
              <a:rPr lang="fr-FR" smtClean="0"/>
              <a:t>12/08/2025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321CE-3BD6-7B41-B7BA-56CF0C5D70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8438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1615A-931B-E843-B98B-D6CE9B64CFD5}" type="datetimeFigureOut">
              <a:rPr lang="fr-FR" smtClean="0"/>
              <a:t>12/08/2025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321CE-3BD6-7B41-B7BA-56CF0C5D70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893477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1615A-931B-E843-B98B-D6CE9B64CFD5}" type="datetimeFigureOut">
              <a:rPr lang="fr-FR" smtClean="0"/>
              <a:t>12/08/2025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321CE-3BD6-7B41-B7BA-56CF0C5D70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83618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847" y="1539425"/>
            <a:ext cx="3827085" cy="7598117"/>
          </a:xfrm>
        </p:spPr>
        <p:txBody>
          <a:bodyPr/>
          <a:lstStyle>
            <a:lvl1pPr>
              <a:defRPr sz="2645"/>
            </a:lvl1pPr>
            <a:lvl2pPr>
              <a:defRPr sz="2315"/>
            </a:lvl2pPr>
            <a:lvl3pPr>
              <a:defRPr sz="1984"/>
            </a:lvl3pPr>
            <a:lvl4pPr>
              <a:defRPr sz="1653"/>
            </a:lvl4pPr>
            <a:lvl5pPr>
              <a:defRPr sz="1653"/>
            </a:lvl5pPr>
            <a:lvl6pPr>
              <a:defRPr sz="1653"/>
            </a:lvl6pPr>
            <a:lvl7pPr>
              <a:defRPr sz="1653"/>
            </a:lvl7pPr>
            <a:lvl8pPr>
              <a:defRPr sz="1653"/>
            </a:lvl8pPr>
            <a:lvl9pPr>
              <a:defRPr sz="1653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1615A-931B-E843-B98B-D6CE9B64CFD5}" type="datetimeFigureOut">
              <a:rPr lang="fr-FR" smtClean="0"/>
              <a:t>12/08/2025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321CE-3BD6-7B41-B7BA-56CF0C5D70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478700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3847" y="1539425"/>
            <a:ext cx="3827085" cy="7598117"/>
          </a:xfrm>
        </p:spPr>
        <p:txBody>
          <a:bodyPr anchor="t"/>
          <a:lstStyle>
            <a:lvl1pPr marL="0" indent="0">
              <a:buNone/>
              <a:defRPr sz="2645"/>
            </a:lvl1pPr>
            <a:lvl2pPr marL="377967" indent="0">
              <a:buNone/>
              <a:defRPr sz="2315"/>
            </a:lvl2pPr>
            <a:lvl3pPr marL="755934" indent="0">
              <a:buNone/>
              <a:defRPr sz="1984"/>
            </a:lvl3pPr>
            <a:lvl4pPr marL="1133902" indent="0">
              <a:buNone/>
              <a:defRPr sz="1653"/>
            </a:lvl4pPr>
            <a:lvl5pPr marL="1511869" indent="0">
              <a:buNone/>
              <a:defRPr sz="1653"/>
            </a:lvl5pPr>
            <a:lvl6pPr marL="1889836" indent="0">
              <a:buNone/>
              <a:defRPr sz="1653"/>
            </a:lvl6pPr>
            <a:lvl7pPr marL="2267803" indent="0">
              <a:buNone/>
              <a:defRPr sz="1653"/>
            </a:lvl7pPr>
            <a:lvl8pPr marL="2645771" indent="0">
              <a:buNone/>
              <a:defRPr sz="1653"/>
            </a:lvl8pPr>
            <a:lvl9pPr marL="3023738" indent="0">
              <a:buNone/>
              <a:defRPr sz="1653"/>
            </a:lvl9pPr>
          </a:lstStyle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1615A-931B-E843-B98B-D6CE9B64CFD5}" type="datetimeFigureOut">
              <a:rPr lang="fr-FR" smtClean="0"/>
              <a:t>12/08/2025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321CE-3BD6-7B41-B7BA-56CF0C5D70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102111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1615A-931B-E843-B98B-D6CE9B64CFD5}" type="datetimeFigureOut">
              <a:rPr lang="fr-FR" smtClean="0"/>
              <a:t>12/08/2025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321CE-3BD6-7B41-B7BA-56CF0C5D70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262347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9893" y="569240"/>
            <a:ext cx="1630055" cy="9060817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569240"/>
            <a:ext cx="4795669" cy="9060817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1615A-931B-E843-B98B-D6CE9B64CFD5}" type="datetimeFigureOut">
              <a:rPr lang="fr-FR" smtClean="0"/>
              <a:t>12/08/2025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321CE-3BD6-7B41-B7BA-56CF0C5D70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09438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8" y="569242"/>
            <a:ext cx="6520220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8" y="2846200"/>
            <a:ext cx="6520220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21615A-931B-E843-B98B-D6CE9B64CFD5}" type="datetimeFigureOut">
              <a:rPr lang="fr-FR" smtClean="0"/>
              <a:t>12/08/2025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A321CE-3BD6-7B41-B7BA-56CF0C5D70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73106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55934" rtl="0" eaLnBrk="1" latinLnBrk="0" hangingPunct="1">
        <a:lnSpc>
          <a:spcPct val="90000"/>
        </a:lnSpc>
        <a:spcBef>
          <a:spcPct val="0"/>
        </a:spcBef>
        <a:buNone/>
        <a:defRPr sz="363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984" indent="-188984" algn="l" defTabSz="755934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6951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944918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3" kern="1200">
          <a:solidFill>
            <a:schemeClr val="tx1"/>
          </a:solidFill>
          <a:latin typeface="+mn-lt"/>
          <a:ea typeface="+mn-ea"/>
          <a:cs typeface="+mn-cs"/>
        </a:defRPr>
      </a:lvl3pPr>
      <a:lvl4pPr marL="1322885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0853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8820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6787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4754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2722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967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934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902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869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836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7803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5771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3738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slide" Target="slide10.xml"/><Relationship Id="rId18" Type="http://schemas.openxmlformats.org/officeDocument/2006/relationships/image" Target="../media/image13.png"/><Relationship Id="rId3" Type="http://schemas.openxmlformats.org/officeDocument/2006/relationships/image" Target="../media/image4.svg"/><Relationship Id="rId21" Type="http://schemas.openxmlformats.org/officeDocument/2006/relationships/image" Target="../media/image15.png"/><Relationship Id="rId7" Type="http://schemas.openxmlformats.org/officeDocument/2006/relationships/slide" Target="slide4.xml"/><Relationship Id="rId12" Type="http://schemas.openxmlformats.org/officeDocument/2006/relationships/image" Target="../media/image10.svg"/><Relationship Id="rId17" Type="http://schemas.openxmlformats.org/officeDocument/2006/relationships/slide" Target="slide6.xml"/><Relationship Id="rId2" Type="http://schemas.openxmlformats.org/officeDocument/2006/relationships/image" Target="../media/image3.png"/><Relationship Id="rId16" Type="http://schemas.openxmlformats.org/officeDocument/2006/relationships/image" Target="../media/image2.png"/><Relationship Id="rId20" Type="http://schemas.openxmlformats.org/officeDocument/2006/relationships/slide" Target="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svg"/><Relationship Id="rId11" Type="http://schemas.openxmlformats.org/officeDocument/2006/relationships/image" Target="../media/image9.png"/><Relationship Id="rId5" Type="http://schemas.openxmlformats.org/officeDocument/2006/relationships/image" Target="../media/image5.png"/><Relationship Id="rId15" Type="http://schemas.openxmlformats.org/officeDocument/2006/relationships/image" Target="../media/image12.svg"/><Relationship Id="rId10" Type="http://schemas.openxmlformats.org/officeDocument/2006/relationships/slide" Target="slide8.xml"/><Relationship Id="rId19" Type="http://schemas.openxmlformats.org/officeDocument/2006/relationships/image" Target="../media/image14.svg"/><Relationship Id="rId4" Type="http://schemas.openxmlformats.org/officeDocument/2006/relationships/slide" Target="slide3.xml"/><Relationship Id="rId9" Type="http://schemas.openxmlformats.org/officeDocument/2006/relationships/image" Target="../media/image8.svg"/><Relationship Id="rId14" Type="http://schemas.openxmlformats.org/officeDocument/2006/relationships/image" Target="../media/image11.png"/><Relationship Id="rId22" Type="http://schemas.openxmlformats.org/officeDocument/2006/relationships/image" Target="../media/image16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1.png"/><Relationship Id="rId18" Type="http://schemas.openxmlformats.org/officeDocument/2006/relationships/slide" Target="slide9.xml"/><Relationship Id="rId3" Type="http://schemas.openxmlformats.org/officeDocument/2006/relationships/slide" Target="slide3.xml"/><Relationship Id="rId21" Type="http://schemas.openxmlformats.org/officeDocument/2006/relationships/image" Target="../media/image1.jpeg"/><Relationship Id="rId7" Type="http://schemas.openxmlformats.org/officeDocument/2006/relationships/image" Target="../media/image7.png"/><Relationship Id="rId12" Type="http://schemas.openxmlformats.org/officeDocument/2006/relationships/slide" Target="slide10.xml"/><Relationship Id="rId17" Type="http://schemas.openxmlformats.org/officeDocument/2006/relationships/image" Target="../media/image14.svg"/><Relationship Id="rId2" Type="http://schemas.openxmlformats.org/officeDocument/2006/relationships/image" Target="../media/image2.png"/><Relationship Id="rId16" Type="http://schemas.openxmlformats.org/officeDocument/2006/relationships/image" Target="../media/image13.png"/><Relationship Id="rId20" Type="http://schemas.openxmlformats.org/officeDocument/2006/relationships/image" Target="../media/image16.svg"/><Relationship Id="rId1" Type="http://schemas.openxmlformats.org/officeDocument/2006/relationships/slideLayout" Target="../slideLayouts/slideLayout1.xml"/><Relationship Id="rId6" Type="http://schemas.openxmlformats.org/officeDocument/2006/relationships/slide" Target="slide4.xml"/><Relationship Id="rId11" Type="http://schemas.openxmlformats.org/officeDocument/2006/relationships/image" Target="../media/image10.svg"/><Relationship Id="rId5" Type="http://schemas.openxmlformats.org/officeDocument/2006/relationships/image" Target="../media/image18.svg"/><Relationship Id="rId15" Type="http://schemas.openxmlformats.org/officeDocument/2006/relationships/slide" Target="slide6.xml"/><Relationship Id="rId10" Type="http://schemas.openxmlformats.org/officeDocument/2006/relationships/image" Target="../media/image9.png"/><Relationship Id="rId19" Type="http://schemas.openxmlformats.org/officeDocument/2006/relationships/image" Target="../media/image15.png"/><Relationship Id="rId4" Type="http://schemas.openxmlformats.org/officeDocument/2006/relationships/image" Target="../media/image17.png"/><Relationship Id="rId9" Type="http://schemas.openxmlformats.org/officeDocument/2006/relationships/slide" Target="slide8.xml"/><Relationship Id="rId14" Type="http://schemas.openxmlformats.org/officeDocument/2006/relationships/image" Target="../media/image12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13" Type="http://schemas.openxmlformats.org/officeDocument/2006/relationships/image" Target="../media/image11.png"/><Relationship Id="rId18" Type="http://schemas.openxmlformats.org/officeDocument/2006/relationships/slide" Target="slide9.xml"/><Relationship Id="rId3" Type="http://schemas.openxmlformats.org/officeDocument/2006/relationships/slide" Target="slide3.xml"/><Relationship Id="rId7" Type="http://schemas.openxmlformats.org/officeDocument/2006/relationships/image" Target="../media/image19.png"/><Relationship Id="rId12" Type="http://schemas.openxmlformats.org/officeDocument/2006/relationships/slide" Target="slide10.xml"/><Relationship Id="rId17" Type="http://schemas.openxmlformats.org/officeDocument/2006/relationships/image" Target="../media/image14.svg"/><Relationship Id="rId2" Type="http://schemas.openxmlformats.org/officeDocument/2006/relationships/image" Target="../media/image2.png"/><Relationship Id="rId16" Type="http://schemas.openxmlformats.org/officeDocument/2006/relationships/image" Target="../media/image13.png"/><Relationship Id="rId20" Type="http://schemas.openxmlformats.org/officeDocument/2006/relationships/image" Target="../media/image16.svg"/><Relationship Id="rId1" Type="http://schemas.openxmlformats.org/officeDocument/2006/relationships/slideLayout" Target="../slideLayouts/slideLayout1.xml"/><Relationship Id="rId6" Type="http://schemas.openxmlformats.org/officeDocument/2006/relationships/slide" Target="slide4.xml"/><Relationship Id="rId11" Type="http://schemas.openxmlformats.org/officeDocument/2006/relationships/image" Target="../media/image10.svg"/><Relationship Id="rId5" Type="http://schemas.openxmlformats.org/officeDocument/2006/relationships/image" Target="../media/image6.svg"/><Relationship Id="rId15" Type="http://schemas.openxmlformats.org/officeDocument/2006/relationships/slide" Target="slide6.xml"/><Relationship Id="rId10" Type="http://schemas.openxmlformats.org/officeDocument/2006/relationships/image" Target="../media/image9.png"/><Relationship Id="rId19" Type="http://schemas.openxmlformats.org/officeDocument/2006/relationships/image" Target="../media/image15.png"/><Relationship Id="rId4" Type="http://schemas.openxmlformats.org/officeDocument/2006/relationships/image" Target="../media/image5.png"/><Relationship Id="rId9" Type="http://schemas.openxmlformats.org/officeDocument/2006/relationships/slide" Target="slide8.xml"/><Relationship Id="rId14" Type="http://schemas.openxmlformats.org/officeDocument/2006/relationships/image" Target="../media/image12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13" Type="http://schemas.openxmlformats.org/officeDocument/2006/relationships/image" Target="../media/image11.png"/><Relationship Id="rId18" Type="http://schemas.openxmlformats.org/officeDocument/2006/relationships/slide" Target="slide9.xml"/><Relationship Id="rId3" Type="http://schemas.openxmlformats.org/officeDocument/2006/relationships/slide" Target="slide3.xml"/><Relationship Id="rId7" Type="http://schemas.openxmlformats.org/officeDocument/2006/relationships/image" Target="../media/image19.png"/><Relationship Id="rId12" Type="http://schemas.openxmlformats.org/officeDocument/2006/relationships/slide" Target="slide10.xml"/><Relationship Id="rId17" Type="http://schemas.openxmlformats.org/officeDocument/2006/relationships/image" Target="../media/image14.svg"/><Relationship Id="rId2" Type="http://schemas.openxmlformats.org/officeDocument/2006/relationships/image" Target="../media/image2.png"/><Relationship Id="rId16" Type="http://schemas.openxmlformats.org/officeDocument/2006/relationships/image" Target="../media/image13.png"/><Relationship Id="rId20" Type="http://schemas.openxmlformats.org/officeDocument/2006/relationships/image" Target="../media/image16.svg"/><Relationship Id="rId1" Type="http://schemas.openxmlformats.org/officeDocument/2006/relationships/slideLayout" Target="../slideLayouts/slideLayout1.xml"/><Relationship Id="rId6" Type="http://schemas.openxmlformats.org/officeDocument/2006/relationships/slide" Target="slide4.xml"/><Relationship Id="rId11" Type="http://schemas.openxmlformats.org/officeDocument/2006/relationships/image" Target="../media/image10.svg"/><Relationship Id="rId5" Type="http://schemas.openxmlformats.org/officeDocument/2006/relationships/image" Target="../media/image6.svg"/><Relationship Id="rId15" Type="http://schemas.openxmlformats.org/officeDocument/2006/relationships/slide" Target="slide6.xml"/><Relationship Id="rId10" Type="http://schemas.openxmlformats.org/officeDocument/2006/relationships/image" Target="../media/image9.png"/><Relationship Id="rId19" Type="http://schemas.openxmlformats.org/officeDocument/2006/relationships/image" Target="../media/image15.png"/><Relationship Id="rId4" Type="http://schemas.openxmlformats.org/officeDocument/2006/relationships/image" Target="../media/image5.png"/><Relationship Id="rId9" Type="http://schemas.openxmlformats.org/officeDocument/2006/relationships/slide" Target="slide8.xml"/><Relationship Id="rId14" Type="http://schemas.openxmlformats.org/officeDocument/2006/relationships/image" Target="../media/image12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5.png"/><Relationship Id="rId18" Type="http://schemas.openxmlformats.org/officeDocument/2006/relationships/slide" Target="slide8.xml"/><Relationship Id="rId26" Type="http://schemas.openxmlformats.org/officeDocument/2006/relationships/image" Target="../media/image31.svg"/><Relationship Id="rId3" Type="http://schemas.openxmlformats.org/officeDocument/2006/relationships/image" Target="../media/image21.jpeg"/><Relationship Id="rId21" Type="http://schemas.openxmlformats.org/officeDocument/2006/relationships/slide" Target="slide10.xml"/><Relationship Id="rId7" Type="http://schemas.openxmlformats.org/officeDocument/2006/relationships/image" Target="../media/image25.svg"/><Relationship Id="rId12" Type="http://schemas.openxmlformats.org/officeDocument/2006/relationships/slide" Target="slide3.xml"/><Relationship Id="rId17" Type="http://schemas.openxmlformats.org/officeDocument/2006/relationships/image" Target="../media/image8.svg"/><Relationship Id="rId25" Type="http://schemas.openxmlformats.org/officeDocument/2006/relationships/image" Target="../media/image30.png"/><Relationship Id="rId2" Type="http://schemas.openxmlformats.org/officeDocument/2006/relationships/image" Target="../media/image2.png"/><Relationship Id="rId16" Type="http://schemas.openxmlformats.org/officeDocument/2006/relationships/image" Target="../media/image7.png"/><Relationship Id="rId20" Type="http://schemas.openxmlformats.org/officeDocument/2006/relationships/image" Target="../media/image10.svg"/><Relationship Id="rId29" Type="http://schemas.openxmlformats.org/officeDocument/2006/relationships/image" Target="../media/image16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29.svg"/><Relationship Id="rId24" Type="http://schemas.openxmlformats.org/officeDocument/2006/relationships/slide" Target="slide6.xml"/><Relationship Id="rId5" Type="http://schemas.openxmlformats.org/officeDocument/2006/relationships/image" Target="../media/image23.svg"/><Relationship Id="rId15" Type="http://schemas.openxmlformats.org/officeDocument/2006/relationships/slide" Target="slide4.xml"/><Relationship Id="rId23" Type="http://schemas.openxmlformats.org/officeDocument/2006/relationships/image" Target="../media/image12.svg"/><Relationship Id="rId28" Type="http://schemas.openxmlformats.org/officeDocument/2006/relationships/image" Target="../media/image15.png"/><Relationship Id="rId10" Type="http://schemas.openxmlformats.org/officeDocument/2006/relationships/image" Target="../media/image28.png"/><Relationship Id="rId19" Type="http://schemas.openxmlformats.org/officeDocument/2006/relationships/image" Target="../media/image9.png"/><Relationship Id="rId4" Type="http://schemas.openxmlformats.org/officeDocument/2006/relationships/image" Target="../media/image22.png"/><Relationship Id="rId9" Type="http://schemas.openxmlformats.org/officeDocument/2006/relationships/image" Target="../media/image27.svg"/><Relationship Id="rId14" Type="http://schemas.openxmlformats.org/officeDocument/2006/relationships/image" Target="../media/image6.svg"/><Relationship Id="rId22" Type="http://schemas.openxmlformats.org/officeDocument/2006/relationships/image" Target="../media/image11.png"/><Relationship Id="rId27" Type="http://schemas.openxmlformats.org/officeDocument/2006/relationships/slide" Target="slide9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9.png"/><Relationship Id="rId18" Type="http://schemas.openxmlformats.org/officeDocument/2006/relationships/slide" Target="slide6.xml"/><Relationship Id="rId3" Type="http://schemas.openxmlformats.org/officeDocument/2006/relationships/image" Target="../media/image28.png"/><Relationship Id="rId21" Type="http://schemas.openxmlformats.org/officeDocument/2006/relationships/slide" Target="slide9.xml"/><Relationship Id="rId7" Type="http://schemas.openxmlformats.org/officeDocument/2006/relationships/image" Target="../media/image5.png"/><Relationship Id="rId12" Type="http://schemas.openxmlformats.org/officeDocument/2006/relationships/slide" Target="slide8.xml"/><Relationship Id="rId17" Type="http://schemas.openxmlformats.org/officeDocument/2006/relationships/image" Target="../media/image12.svg"/><Relationship Id="rId2" Type="http://schemas.openxmlformats.org/officeDocument/2006/relationships/image" Target="../media/image2.png"/><Relationship Id="rId16" Type="http://schemas.openxmlformats.org/officeDocument/2006/relationships/image" Target="../media/image11.png"/><Relationship Id="rId20" Type="http://schemas.openxmlformats.org/officeDocument/2006/relationships/image" Target="../media/image31.svg"/><Relationship Id="rId1" Type="http://schemas.openxmlformats.org/officeDocument/2006/relationships/slideLayout" Target="../slideLayouts/slideLayout1.xml"/><Relationship Id="rId6" Type="http://schemas.openxmlformats.org/officeDocument/2006/relationships/slide" Target="slide3.xml"/><Relationship Id="rId11" Type="http://schemas.openxmlformats.org/officeDocument/2006/relationships/image" Target="../media/image8.svg"/><Relationship Id="rId5" Type="http://schemas.openxmlformats.org/officeDocument/2006/relationships/image" Target="../media/image32.jpeg"/><Relationship Id="rId15" Type="http://schemas.openxmlformats.org/officeDocument/2006/relationships/slide" Target="slide10.xml"/><Relationship Id="rId23" Type="http://schemas.openxmlformats.org/officeDocument/2006/relationships/image" Target="../media/image16.svg"/><Relationship Id="rId10" Type="http://schemas.openxmlformats.org/officeDocument/2006/relationships/image" Target="../media/image7.png"/><Relationship Id="rId19" Type="http://schemas.openxmlformats.org/officeDocument/2006/relationships/image" Target="../media/image30.png"/><Relationship Id="rId4" Type="http://schemas.openxmlformats.org/officeDocument/2006/relationships/image" Target="../media/image29.svg"/><Relationship Id="rId9" Type="http://schemas.openxmlformats.org/officeDocument/2006/relationships/slide" Target="slide4.xml"/><Relationship Id="rId14" Type="http://schemas.openxmlformats.org/officeDocument/2006/relationships/image" Target="../media/image10.svg"/><Relationship Id="rId22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1.png"/><Relationship Id="rId18" Type="http://schemas.openxmlformats.org/officeDocument/2006/relationships/slide" Target="slide9.xml"/><Relationship Id="rId3" Type="http://schemas.openxmlformats.org/officeDocument/2006/relationships/slide" Target="slide3.xml"/><Relationship Id="rId7" Type="http://schemas.openxmlformats.org/officeDocument/2006/relationships/image" Target="../media/image7.png"/><Relationship Id="rId12" Type="http://schemas.openxmlformats.org/officeDocument/2006/relationships/slide" Target="slide10.xml"/><Relationship Id="rId17" Type="http://schemas.openxmlformats.org/officeDocument/2006/relationships/image" Target="../media/image35.svg"/><Relationship Id="rId2" Type="http://schemas.openxmlformats.org/officeDocument/2006/relationships/image" Target="../media/image2.png"/><Relationship Id="rId16" Type="http://schemas.openxmlformats.org/officeDocument/2006/relationships/image" Target="../media/image13.png"/><Relationship Id="rId20" Type="http://schemas.openxmlformats.org/officeDocument/2006/relationships/image" Target="../media/image16.svg"/><Relationship Id="rId1" Type="http://schemas.openxmlformats.org/officeDocument/2006/relationships/slideLayout" Target="../slideLayouts/slideLayout1.xml"/><Relationship Id="rId6" Type="http://schemas.openxmlformats.org/officeDocument/2006/relationships/slide" Target="slide4.xml"/><Relationship Id="rId11" Type="http://schemas.openxmlformats.org/officeDocument/2006/relationships/image" Target="../media/image34.svg"/><Relationship Id="rId5" Type="http://schemas.openxmlformats.org/officeDocument/2006/relationships/image" Target="../media/image6.svg"/><Relationship Id="rId15" Type="http://schemas.openxmlformats.org/officeDocument/2006/relationships/slide" Target="slide6.xml"/><Relationship Id="rId10" Type="http://schemas.openxmlformats.org/officeDocument/2006/relationships/image" Target="../media/image33.png"/><Relationship Id="rId19" Type="http://schemas.openxmlformats.org/officeDocument/2006/relationships/image" Target="../media/image15.png"/><Relationship Id="rId4" Type="http://schemas.openxmlformats.org/officeDocument/2006/relationships/image" Target="../media/image5.png"/><Relationship Id="rId9" Type="http://schemas.openxmlformats.org/officeDocument/2006/relationships/slide" Target="slide8.xml"/><Relationship Id="rId14" Type="http://schemas.openxmlformats.org/officeDocument/2006/relationships/image" Target="../media/image12.svg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36.png"/><Relationship Id="rId26" Type="http://schemas.openxmlformats.org/officeDocument/2006/relationships/image" Target="../media/image42.png"/><Relationship Id="rId39" Type="http://schemas.openxmlformats.org/officeDocument/2006/relationships/hyperlink" Target="https://youtu.be/W9NhzLwj5vQ?si=_lu2OGH4k0usDhie" TargetMode="External"/><Relationship Id="rId21" Type="http://schemas.openxmlformats.org/officeDocument/2006/relationships/image" Target="../media/image38.png"/><Relationship Id="rId34" Type="http://schemas.openxmlformats.org/officeDocument/2006/relationships/image" Target="../media/image47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6" Type="http://schemas.openxmlformats.org/officeDocument/2006/relationships/image" Target="../media/image13.png"/><Relationship Id="rId20" Type="http://schemas.openxmlformats.org/officeDocument/2006/relationships/hyperlink" Target="https://youtu.be/rCuCUT6arGM?si=f8zTIgsnSN4KLCy7" TargetMode="External"/><Relationship Id="rId29" Type="http://schemas.openxmlformats.org/officeDocument/2006/relationships/image" Target="../media/image45.png"/><Relationship Id="rId41" Type="http://schemas.openxmlformats.org/officeDocument/2006/relationships/image" Target="../media/image52.svg"/><Relationship Id="rId1" Type="http://schemas.openxmlformats.org/officeDocument/2006/relationships/slideLayout" Target="../slideLayouts/slideLayout1.xml"/><Relationship Id="rId6" Type="http://schemas.openxmlformats.org/officeDocument/2006/relationships/slide" Target="slide4.xml"/><Relationship Id="rId11" Type="http://schemas.openxmlformats.org/officeDocument/2006/relationships/image" Target="../media/image10.svg"/><Relationship Id="rId24" Type="http://schemas.openxmlformats.org/officeDocument/2006/relationships/image" Target="../media/image41.svg"/><Relationship Id="rId32" Type="http://schemas.openxmlformats.org/officeDocument/2006/relationships/hyperlink" Target="https://youtu.be/cVuVxld-7wE?si=-DzLWdmEYhqSgXnU" TargetMode="External"/><Relationship Id="rId37" Type="http://schemas.openxmlformats.org/officeDocument/2006/relationships/image" Target="../media/image49.png"/><Relationship Id="rId40" Type="http://schemas.openxmlformats.org/officeDocument/2006/relationships/image" Target="../media/image51.png"/><Relationship Id="rId5" Type="http://schemas.openxmlformats.org/officeDocument/2006/relationships/image" Target="../media/image6.svg"/><Relationship Id="rId15" Type="http://schemas.openxmlformats.org/officeDocument/2006/relationships/slide" Target="slide6.xml"/><Relationship Id="rId23" Type="http://schemas.openxmlformats.org/officeDocument/2006/relationships/image" Target="../media/image40.png"/><Relationship Id="rId28" Type="http://schemas.openxmlformats.org/officeDocument/2006/relationships/image" Target="../media/image44.png"/><Relationship Id="rId36" Type="http://schemas.openxmlformats.org/officeDocument/2006/relationships/hyperlink" Target="https://www.youtube.com/watch?v=Pa6pqRQFNPQ" TargetMode="External"/><Relationship Id="rId10" Type="http://schemas.openxmlformats.org/officeDocument/2006/relationships/image" Target="../media/image9.png"/><Relationship Id="rId19" Type="http://schemas.openxmlformats.org/officeDocument/2006/relationships/image" Target="../media/image37.svg"/><Relationship Id="rId31" Type="http://schemas.openxmlformats.org/officeDocument/2006/relationships/hyperlink" Target="https://youtu.be/YWkx5oE0GHc?si=h8mZtzt8yli_m1xs" TargetMode="External"/><Relationship Id="rId4" Type="http://schemas.openxmlformats.org/officeDocument/2006/relationships/image" Target="../media/image5.png"/><Relationship Id="rId9" Type="http://schemas.openxmlformats.org/officeDocument/2006/relationships/slide" Target="slide8.xml"/><Relationship Id="rId14" Type="http://schemas.openxmlformats.org/officeDocument/2006/relationships/image" Target="../media/image12.svg"/><Relationship Id="rId22" Type="http://schemas.openxmlformats.org/officeDocument/2006/relationships/image" Target="../media/image39.svg"/><Relationship Id="rId27" Type="http://schemas.openxmlformats.org/officeDocument/2006/relationships/image" Target="../media/image43.svg"/><Relationship Id="rId30" Type="http://schemas.openxmlformats.org/officeDocument/2006/relationships/image" Target="../media/image46.svg"/><Relationship Id="rId35" Type="http://schemas.openxmlformats.org/officeDocument/2006/relationships/image" Target="../media/image48.svg"/><Relationship Id="rId8" Type="http://schemas.openxmlformats.org/officeDocument/2006/relationships/image" Target="../media/image8.svg"/><Relationship Id="rId3" Type="http://schemas.openxmlformats.org/officeDocument/2006/relationships/slide" Target="slide3.xml"/><Relationship Id="rId12" Type="http://schemas.openxmlformats.org/officeDocument/2006/relationships/slide" Target="slide10.xml"/><Relationship Id="rId17" Type="http://schemas.openxmlformats.org/officeDocument/2006/relationships/image" Target="../media/image35.svg"/><Relationship Id="rId25" Type="http://schemas.openxmlformats.org/officeDocument/2006/relationships/hyperlink" Target="https://youtu.be/ki9cgepyJsQ?si=gjxTV9CPU5neyzZm" TargetMode="External"/><Relationship Id="rId33" Type="http://schemas.openxmlformats.org/officeDocument/2006/relationships/hyperlink" Target="https://youtu.be/d7Hdh2lcThI?si=-txl_nDpGsf4r8_s" TargetMode="External"/><Relationship Id="rId38" Type="http://schemas.openxmlformats.org/officeDocument/2006/relationships/image" Target="../media/image50.svg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1.png"/><Relationship Id="rId18" Type="http://schemas.openxmlformats.org/officeDocument/2006/relationships/image" Target="../media/image66.svg"/><Relationship Id="rId26" Type="http://schemas.openxmlformats.org/officeDocument/2006/relationships/image" Target="../media/image5.png"/><Relationship Id="rId39" Type="http://schemas.openxmlformats.org/officeDocument/2006/relationships/image" Target="../media/image15.png"/><Relationship Id="rId21" Type="http://schemas.openxmlformats.org/officeDocument/2006/relationships/image" Target="../media/image69.png"/><Relationship Id="rId34" Type="http://schemas.openxmlformats.org/officeDocument/2006/relationships/image" Target="../media/image74.svg"/><Relationship Id="rId7" Type="http://schemas.openxmlformats.org/officeDocument/2006/relationships/image" Target="../media/image57.png"/><Relationship Id="rId12" Type="http://schemas.openxmlformats.org/officeDocument/2006/relationships/image" Target="../media/image60.svg"/><Relationship Id="rId17" Type="http://schemas.openxmlformats.org/officeDocument/2006/relationships/image" Target="../media/image65.png"/><Relationship Id="rId25" Type="http://schemas.openxmlformats.org/officeDocument/2006/relationships/slide" Target="slide3.xml"/><Relationship Id="rId33" Type="http://schemas.openxmlformats.org/officeDocument/2006/relationships/image" Target="../media/image73.png"/><Relationship Id="rId38" Type="http://schemas.openxmlformats.org/officeDocument/2006/relationships/slide" Target="slide9.xml"/><Relationship Id="rId2" Type="http://schemas.openxmlformats.org/officeDocument/2006/relationships/image" Target="../media/image2.png"/><Relationship Id="rId16" Type="http://schemas.openxmlformats.org/officeDocument/2006/relationships/image" Target="../media/image64.svg"/><Relationship Id="rId20" Type="http://schemas.openxmlformats.org/officeDocument/2006/relationships/image" Target="../media/image68.svg"/><Relationship Id="rId29" Type="http://schemas.openxmlformats.org/officeDocument/2006/relationships/slide" Target="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svg"/><Relationship Id="rId11" Type="http://schemas.openxmlformats.org/officeDocument/2006/relationships/image" Target="../media/image59.png"/><Relationship Id="rId24" Type="http://schemas.openxmlformats.org/officeDocument/2006/relationships/image" Target="../media/image72.svg"/><Relationship Id="rId32" Type="http://schemas.openxmlformats.org/officeDocument/2006/relationships/slide" Target="slide10.xml"/><Relationship Id="rId37" Type="http://schemas.openxmlformats.org/officeDocument/2006/relationships/image" Target="../media/image35.svg"/><Relationship Id="rId40" Type="http://schemas.openxmlformats.org/officeDocument/2006/relationships/image" Target="../media/image16.svg"/><Relationship Id="rId5" Type="http://schemas.openxmlformats.org/officeDocument/2006/relationships/image" Target="../media/image55.png"/><Relationship Id="rId15" Type="http://schemas.openxmlformats.org/officeDocument/2006/relationships/image" Target="../media/image63.png"/><Relationship Id="rId23" Type="http://schemas.openxmlformats.org/officeDocument/2006/relationships/image" Target="../media/image71.png"/><Relationship Id="rId28" Type="http://schemas.openxmlformats.org/officeDocument/2006/relationships/slide" Target="slide4.xml"/><Relationship Id="rId36" Type="http://schemas.openxmlformats.org/officeDocument/2006/relationships/image" Target="../media/image13.png"/><Relationship Id="rId10" Type="http://schemas.openxmlformats.org/officeDocument/2006/relationships/image" Target="../media/image8.svg"/><Relationship Id="rId19" Type="http://schemas.openxmlformats.org/officeDocument/2006/relationships/image" Target="../media/image67.png"/><Relationship Id="rId31" Type="http://schemas.openxmlformats.org/officeDocument/2006/relationships/image" Target="../media/image10.svg"/><Relationship Id="rId4" Type="http://schemas.openxmlformats.org/officeDocument/2006/relationships/image" Target="../media/image54.svg"/><Relationship Id="rId9" Type="http://schemas.openxmlformats.org/officeDocument/2006/relationships/image" Target="../media/image7.png"/><Relationship Id="rId14" Type="http://schemas.openxmlformats.org/officeDocument/2006/relationships/image" Target="../media/image62.svg"/><Relationship Id="rId22" Type="http://schemas.openxmlformats.org/officeDocument/2006/relationships/image" Target="../media/image70.svg"/><Relationship Id="rId27" Type="http://schemas.openxmlformats.org/officeDocument/2006/relationships/image" Target="../media/image6.svg"/><Relationship Id="rId30" Type="http://schemas.openxmlformats.org/officeDocument/2006/relationships/image" Target="../media/image9.png"/><Relationship Id="rId35" Type="http://schemas.openxmlformats.org/officeDocument/2006/relationships/slide" Target="slide6.xml"/><Relationship Id="rId8" Type="http://schemas.openxmlformats.org/officeDocument/2006/relationships/image" Target="../media/image58.svg"/><Relationship Id="rId3" Type="http://schemas.openxmlformats.org/officeDocument/2006/relationships/image" Target="../media/image5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hambre image 1">
            <a:extLst>
              <a:ext uri="{FF2B5EF4-FFF2-40B4-BE49-F238E27FC236}">
                <a16:creationId xmlns:a16="http://schemas.microsoft.com/office/drawing/2014/main" id="{38E45543-B8FE-6C44-9D98-72B18555785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32" t="394" r="40309" b="1840"/>
          <a:stretch/>
        </p:blipFill>
        <p:spPr bwMode="auto">
          <a:xfrm>
            <a:off x="1159187" y="995678"/>
            <a:ext cx="5241302" cy="7532093"/>
          </a:xfrm>
          <a:prstGeom prst="round2SameRect">
            <a:avLst>
              <a:gd name="adj1" fmla="val 50000"/>
              <a:gd name="adj2" fmla="val 0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B0D777F-28E2-8740-BAA1-3AA1B2FA7CB8}"/>
              </a:ext>
            </a:extLst>
          </p:cNvPr>
          <p:cNvSpPr/>
          <p:nvPr/>
        </p:nvSpPr>
        <p:spPr>
          <a:xfrm rot="2313808">
            <a:off x="1842585" y="1752071"/>
            <a:ext cx="3968098" cy="3580741"/>
          </a:xfrm>
          <a:prstGeom prst="rect">
            <a:avLst/>
          </a:prstGeom>
          <a:noFill/>
          <a:effectLst/>
        </p:spPr>
        <p:txBody>
          <a:bodyPr wrap="none" lIns="91440" tIns="45720" rIns="91440" bIns="45720">
            <a:prstTxWarp prst="textArchUp">
              <a:avLst>
                <a:gd name="adj" fmla="val 12329932"/>
              </a:avLst>
            </a:prstTxWarp>
            <a:spAutoFit/>
          </a:bodyPr>
          <a:lstStyle/>
          <a:p>
            <a:pPr algn="ctr"/>
            <a:r>
              <a:rPr lang="fr-FR" sz="4400" b="1" cap="none" spc="0">
                <a:ln w="0"/>
                <a:solidFill>
                  <a:schemeClr val="accent2"/>
                </a:solidFill>
                <a:latin typeface="Strawford" pitchFamily="2" charset="77"/>
              </a:rPr>
              <a:t>Bienvenue !</a:t>
            </a:r>
          </a:p>
        </p:txBody>
      </p: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8B650CF2-2676-844C-B13A-B15293A104FF}"/>
              </a:ext>
            </a:extLst>
          </p:cNvPr>
          <p:cNvGrpSpPr/>
          <p:nvPr/>
        </p:nvGrpSpPr>
        <p:grpSpPr>
          <a:xfrm>
            <a:off x="944929" y="9237814"/>
            <a:ext cx="5669814" cy="605066"/>
            <a:chOff x="592992" y="8884188"/>
            <a:chExt cx="5669814" cy="605066"/>
          </a:xfrm>
        </p:grpSpPr>
        <p:pic>
          <p:nvPicPr>
            <p:cNvPr id="7" name="Image 6" descr="Une image contenant Police, Graphique, logo, texte&#10;&#10;Description générée automatiquement">
              <a:extLst>
                <a:ext uri="{FF2B5EF4-FFF2-40B4-BE49-F238E27FC236}">
                  <a16:creationId xmlns:a16="http://schemas.microsoft.com/office/drawing/2014/main" id="{3C5385F7-B305-E04B-BFEE-A1EAB0FF67C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469690" y="8884188"/>
              <a:ext cx="1793116" cy="605066"/>
            </a:xfrm>
            <a:prstGeom prst="rect">
              <a:avLst/>
            </a:prstGeom>
          </p:spPr>
        </p:pic>
        <p:sp>
          <p:nvSpPr>
            <p:cNvPr id="8" name="ZoneTexte 7">
              <a:extLst>
                <a:ext uri="{FF2B5EF4-FFF2-40B4-BE49-F238E27FC236}">
                  <a16:creationId xmlns:a16="http://schemas.microsoft.com/office/drawing/2014/main" id="{C4B0A47C-EB9E-4743-BE93-6BD8521370F5}"/>
                </a:ext>
              </a:extLst>
            </p:cNvPr>
            <p:cNvSpPr txBox="1"/>
            <p:nvPr/>
          </p:nvSpPr>
          <p:spPr>
            <a:xfrm>
              <a:off x="592992" y="8955889"/>
              <a:ext cx="302154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800">
                  <a:solidFill>
                    <a:schemeClr val="accent1"/>
                  </a:solidFill>
                  <a:latin typeface="Poppins Thin" pitchFamily="2" charset="77"/>
                  <a:cs typeface="Poppins Thin" pitchFamily="2" charset="77"/>
                </a:rPr>
                <a:t>Your guest book</a:t>
              </a:r>
            </a:p>
          </p:txBody>
        </p: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1DEBF6B1-F0C8-3843-A641-0D70C1858EBF}"/>
                </a:ext>
              </a:extLst>
            </p:cNvPr>
            <p:cNvCxnSpPr>
              <a:cxnSpLocks/>
            </p:cNvCxnSpPr>
            <p:nvPr/>
          </p:nvCxnSpPr>
          <p:spPr>
            <a:xfrm>
              <a:off x="3963063" y="8884188"/>
              <a:ext cx="0" cy="605066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24883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430CC3DD-C6B6-2641-B32D-44020BED82AE}"/>
              </a:ext>
            </a:extLst>
          </p:cNvPr>
          <p:cNvSpPr/>
          <p:nvPr/>
        </p:nvSpPr>
        <p:spPr>
          <a:xfrm>
            <a:off x="1980794" y="4182923"/>
            <a:ext cx="3712109" cy="341924"/>
          </a:xfrm>
          <a:prstGeom prst="rect">
            <a:avLst/>
          </a:prstGeom>
          <a:solidFill>
            <a:schemeClr val="accent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45C13AE3-B10C-A445-82A0-ECDAAA7E716E}"/>
              </a:ext>
            </a:extLst>
          </p:cNvPr>
          <p:cNvSpPr txBox="1"/>
          <p:nvPr/>
        </p:nvSpPr>
        <p:spPr>
          <a:xfrm>
            <a:off x="2042572" y="1910613"/>
            <a:ext cx="348561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400">
                <a:solidFill>
                  <a:schemeClr val="accent1"/>
                </a:solidFill>
                <a:latin typeface="Poppins Thin" pitchFamily="2" charset="77"/>
                <a:cs typeface="Poppins Thin" pitchFamily="2" charset="77"/>
              </a:rPr>
              <a:t>Cher Guest, bienvenue !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E4F8C6EC-3C10-334D-BBA5-ED2808D57AD8}"/>
              </a:ext>
            </a:extLst>
          </p:cNvPr>
          <p:cNvSpPr txBox="1"/>
          <p:nvPr/>
        </p:nvSpPr>
        <p:spPr>
          <a:xfrm>
            <a:off x="2042572" y="4215386"/>
            <a:ext cx="33842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>
                <a:solidFill>
                  <a:schemeClr val="accent2"/>
                </a:solidFill>
                <a:latin typeface="Poppins" pitchFamily="2" charset="77"/>
                <a:cs typeface="Poppins" pitchFamily="2" charset="77"/>
              </a:rPr>
              <a:t>Cliquez sur les icônes pour aller à la page </a:t>
            </a:r>
          </a:p>
        </p:txBody>
      </p:sp>
      <p:pic>
        <p:nvPicPr>
          <p:cNvPr id="3" name="Graphique 2" descr="Curseur avec un remplissage uni">
            <a:extLst>
              <a:ext uri="{FF2B5EF4-FFF2-40B4-BE49-F238E27FC236}">
                <a16:creationId xmlns:a16="http://schemas.microsoft.com/office/drawing/2014/main" id="{55CF90F8-553A-D14C-83AF-3D4CA02974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50079" y="4215386"/>
            <a:ext cx="277924" cy="277924"/>
          </a:xfrm>
          <a:prstGeom prst="rect">
            <a:avLst/>
          </a:prstGeom>
        </p:spPr>
      </p:pic>
      <p:pic>
        <p:nvPicPr>
          <p:cNvPr id="6" name="Graphique 5" descr="Logement avec un remplissage uni">
            <a:hlinkClick r:id="rId4" action="ppaction://hlinksldjump"/>
            <a:extLst>
              <a:ext uri="{FF2B5EF4-FFF2-40B4-BE49-F238E27FC236}">
                <a16:creationId xmlns:a16="http://schemas.microsoft.com/office/drawing/2014/main" id="{FF20FA57-FE69-7D49-AD86-2D2400D725D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066055" y="4918893"/>
            <a:ext cx="774715" cy="774715"/>
          </a:xfrm>
          <a:prstGeom prst="rect">
            <a:avLst/>
          </a:prstGeom>
        </p:spPr>
      </p:pic>
      <p:pic>
        <p:nvPicPr>
          <p:cNvPr id="17" name="Graphique 16" descr="Clé avec un remplissage uni">
            <a:hlinkClick r:id="rId7" action="ppaction://hlinksldjump"/>
            <a:extLst>
              <a:ext uri="{FF2B5EF4-FFF2-40B4-BE49-F238E27FC236}">
                <a16:creationId xmlns:a16="http://schemas.microsoft.com/office/drawing/2014/main" id="{7462EC01-59B2-024B-B6ED-A42F634FDC1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460186" y="4918893"/>
            <a:ext cx="774715" cy="774715"/>
          </a:xfrm>
          <a:prstGeom prst="rect">
            <a:avLst/>
          </a:prstGeom>
        </p:spPr>
      </p:pic>
      <p:pic>
        <p:nvPicPr>
          <p:cNvPr id="19" name="Graphique 18" descr="Sans fil avec un remplissage uni">
            <a:hlinkClick r:id="rId10" action="ppaction://hlinksldjump"/>
            <a:extLst>
              <a:ext uri="{FF2B5EF4-FFF2-40B4-BE49-F238E27FC236}">
                <a16:creationId xmlns:a16="http://schemas.microsoft.com/office/drawing/2014/main" id="{9D3026F1-45DF-9E45-9809-50900932AE5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066055" y="6442149"/>
            <a:ext cx="774715" cy="774715"/>
          </a:xfrm>
          <a:prstGeom prst="rect">
            <a:avLst/>
          </a:prstGeom>
        </p:spPr>
      </p:pic>
      <p:pic>
        <p:nvPicPr>
          <p:cNvPr id="21" name="Graphique 20" descr="Liste de contrôle avec un remplissage uni">
            <a:hlinkClick r:id="rId13" action="ppaction://hlinksldjump"/>
            <a:extLst>
              <a:ext uri="{FF2B5EF4-FFF2-40B4-BE49-F238E27FC236}">
                <a16:creationId xmlns:a16="http://schemas.microsoft.com/office/drawing/2014/main" id="{55697749-1958-904D-B130-28731055D7B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899809" y="6442148"/>
            <a:ext cx="774715" cy="774715"/>
          </a:xfrm>
          <a:prstGeom prst="rect">
            <a:avLst/>
          </a:prstGeom>
        </p:spPr>
      </p:pic>
      <p:sp>
        <p:nvSpPr>
          <p:cNvPr id="35" name="ZoneTexte 34">
            <a:extLst>
              <a:ext uri="{FF2B5EF4-FFF2-40B4-BE49-F238E27FC236}">
                <a16:creationId xmlns:a16="http://schemas.microsoft.com/office/drawing/2014/main" id="{98631CC6-FAEB-4147-99C0-E2B2F146B3F6}"/>
              </a:ext>
            </a:extLst>
          </p:cNvPr>
          <p:cNvSpPr txBox="1"/>
          <p:nvPr/>
        </p:nvSpPr>
        <p:spPr>
          <a:xfrm>
            <a:off x="1885152" y="5757669"/>
            <a:ext cx="11365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>
                <a:solidFill>
                  <a:schemeClr val="accent1"/>
                </a:solidFill>
                <a:latin typeface="Poppins Light" pitchFamily="2" charset="77"/>
                <a:cs typeface="Poppins Light" pitchFamily="2" charset="77"/>
              </a:rPr>
              <a:t>Welcome 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8A315FDE-D0DA-BB40-AF38-1E13FFD33E0E}"/>
              </a:ext>
            </a:extLst>
          </p:cNvPr>
          <p:cNvSpPr txBox="1"/>
          <p:nvPr/>
        </p:nvSpPr>
        <p:spPr>
          <a:xfrm>
            <a:off x="1885152" y="7312481"/>
            <a:ext cx="11365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>
                <a:solidFill>
                  <a:schemeClr val="accent1"/>
                </a:solidFill>
                <a:latin typeface="Poppins Light" pitchFamily="2" charset="77"/>
                <a:cs typeface="Poppins Light" pitchFamily="2" charset="77"/>
              </a:rPr>
              <a:t>Wifi 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84273C8B-2529-0D45-AAE9-D4DD5B6839EE}"/>
              </a:ext>
            </a:extLst>
          </p:cNvPr>
          <p:cNvSpPr txBox="1"/>
          <p:nvPr/>
        </p:nvSpPr>
        <p:spPr>
          <a:xfrm>
            <a:off x="3206618" y="5757669"/>
            <a:ext cx="12818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>
                <a:solidFill>
                  <a:schemeClr val="accent1"/>
                </a:solidFill>
                <a:latin typeface="Poppins Light" pitchFamily="2" charset="77"/>
                <a:cs typeface="Poppins Light" pitchFamily="2" charset="77"/>
              </a:rPr>
              <a:t>Access</a:t>
            </a:r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2137077B-C5BE-054E-BEAD-395F1C6A8269}"/>
              </a:ext>
            </a:extLst>
          </p:cNvPr>
          <p:cNvSpPr txBox="1"/>
          <p:nvPr/>
        </p:nvSpPr>
        <p:spPr>
          <a:xfrm>
            <a:off x="4718906" y="7312480"/>
            <a:ext cx="11365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>
                <a:solidFill>
                  <a:schemeClr val="accent1"/>
                </a:solidFill>
                <a:latin typeface="Poppins Light" pitchFamily="2" charset="77"/>
                <a:cs typeface="Poppins Light" pitchFamily="2" charset="77"/>
              </a:rPr>
              <a:t>Houserules</a:t>
            </a:r>
          </a:p>
        </p:txBody>
      </p:sp>
      <p:pic>
        <p:nvPicPr>
          <p:cNvPr id="45" name="Image 44" descr="Une image contenant Police, Graphique, logo, texte&#10;&#10;Description générée automatiquement">
            <a:extLst>
              <a:ext uri="{FF2B5EF4-FFF2-40B4-BE49-F238E27FC236}">
                <a16:creationId xmlns:a16="http://schemas.microsoft.com/office/drawing/2014/main" id="{721660A2-EC66-964D-8528-E727DE885ED4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207199" y="9635723"/>
            <a:ext cx="1145276" cy="386460"/>
          </a:xfrm>
          <a:prstGeom prst="rect">
            <a:avLst/>
          </a:prstGeom>
        </p:spPr>
      </p:pic>
      <p:sp>
        <p:nvSpPr>
          <p:cNvPr id="46" name="ZoneTexte 45">
            <a:extLst>
              <a:ext uri="{FF2B5EF4-FFF2-40B4-BE49-F238E27FC236}">
                <a16:creationId xmlns:a16="http://schemas.microsoft.com/office/drawing/2014/main" id="{3DCEC615-3C93-C147-90C2-4F82A9AE2C0F}"/>
              </a:ext>
            </a:extLst>
          </p:cNvPr>
          <p:cNvSpPr txBox="1"/>
          <p:nvPr/>
        </p:nvSpPr>
        <p:spPr>
          <a:xfrm>
            <a:off x="0" y="10180701"/>
            <a:ext cx="75596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>
                <a:solidFill>
                  <a:schemeClr val="accent1"/>
                </a:solidFill>
                <a:latin typeface="Poppins Thin" pitchFamily="2" charset="77"/>
                <a:cs typeface="Poppins Thin" pitchFamily="2" charset="77"/>
              </a:rPr>
              <a:t>2</a:t>
            </a:r>
          </a:p>
        </p:txBody>
      </p:sp>
      <p:sp>
        <p:nvSpPr>
          <p:cNvPr id="48" name="ZoneTexte 47">
            <a:extLst>
              <a:ext uri="{FF2B5EF4-FFF2-40B4-BE49-F238E27FC236}">
                <a16:creationId xmlns:a16="http://schemas.microsoft.com/office/drawing/2014/main" id="{96208886-D9D5-B843-BAF3-F032601D1003}"/>
              </a:ext>
            </a:extLst>
          </p:cNvPr>
          <p:cNvSpPr txBox="1"/>
          <p:nvPr/>
        </p:nvSpPr>
        <p:spPr>
          <a:xfrm>
            <a:off x="4617630" y="5757669"/>
            <a:ext cx="12818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>
                <a:solidFill>
                  <a:schemeClr val="accent1"/>
                </a:solidFill>
                <a:latin typeface="Poppins Light" pitchFamily="2" charset="77"/>
                <a:cs typeface="Poppins Light" pitchFamily="2" charset="77"/>
              </a:rPr>
              <a:t>Check-in/out </a:t>
            </a:r>
          </a:p>
        </p:txBody>
      </p:sp>
      <p:pic>
        <p:nvPicPr>
          <p:cNvPr id="49" name="Graphique 48" descr="Porte ouverte avec un remplissage uni">
            <a:hlinkClick r:id="rId17" action="ppaction://hlinksldjump"/>
            <a:extLst>
              <a:ext uri="{FF2B5EF4-FFF2-40B4-BE49-F238E27FC236}">
                <a16:creationId xmlns:a16="http://schemas.microsoft.com/office/drawing/2014/main" id="{C5F16C7E-BB74-5D49-B03C-105E8A766AD7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901960" y="4949655"/>
            <a:ext cx="713190" cy="713190"/>
          </a:xfrm>
          <a:prstGeom prst="rect">
            <a:avLst/>
          </a:prstGeom>
        </p:spPr>
      </p:pic>
      <p:pic>
        <p:nvPicPr>
          <p:cNvPr id="4" name="Graphique 3" descr="Livre fermé avec un remplissage uni">
            <a:hlinkClick r:id="rId20" action="ppaction://hlinksldjump"/>
            <a:extLst>
              <a:ext uri="{FF2B5EF4-FFF2-40B4-BE49-F238E27FC236}">
                <a16:creationId xmlns:a16="http://schemas.microsoft.com/office/drawing/2014/main" id="{D6A8AA09-53EF-FB46-9C21-E73411E2DB7B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3460186" y="6403074"/>
            <a:ext cx="774715" cy="774715"/>
          </a:xfrm>
          <a:prstGeom prst="rect">
            <a:avLst/>
          </a:prstGeom>
        </p:spPr>
      </p:pic>
      <p:sp>
        <p:nvSpPr>
          <p:cNvPr id="28" name="ZoneTexte 27">
            <a:extLst>
              <a:ext uri="{FF2B5EF4-FFF2-40B4-BE49-F238E27FC236}">
                <a16:creationId xmlns:a16="http://schemas.microsoft.com/office/drawing/2014/main" id="{11EBFE30-AA56-514F-893F-970AB4347A40}"/>
              </a:ext>
            </a:extLst>
          </p:cNvPr>
          <p:cNvSpPr txBox="1"/>
          <p:nvPr/>
        </p:nvSpPr>
        <p:spPr>
          <a:xfrm>
            <a:off x="3187949" y="7312480"/>
            <a:ext cx="13191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>
                <a:solidFill>
                  <a:schemeClr val="accent1"/>
                </a:solidFill>
                <a:latin typeface="Poppins Light" pitchFamily="2" charset="77"/>
                <a:cs typeface="Poppins Light" pitchFamily="2" charset="77"/>
              </a:rPr>
              <a:t>Mode d’emploi</a:t>
            </a:r>
          </a:p>
        </p:txBody>
      </p:sp>
    </p:spTree>
    <p:extLst>
      <p:ext uri="{BB962C8B-B14F-4D97-AF65-F5344CB8AC3E}">
        <p14:creationId xmlns:p14="http://schemas.microsoft.com/office/powerpoint/2010/main" val="3734972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A0AEC6D-6A87-6048-9FE1-A475783019A1}"/>
              </a:ext>
            </a:extLst>
          </p:cNvPr>
          <p:cNvSpPr/>
          <p:nvPr/>
        </p:nvSpPr>
        <p:spPr>
          <a:xfrm>
            <a:off x="0" y="527659"/>
            <a:ext cx="7559675" cy="668103"/>
          </a:xfrm>
          <a:prstGeom prst="rect">
            <a:avLst/>
          </a:prstGeom>
          <a:solidFill>
            <a:schemeClr val="accent1">
              <a:alpha val="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7" name="Image 6" descr="Une image contenant Police, Graphique, logo, texte&#10;&#10;Description générée automatiquement">
            <a:extLst>
              <a:ext uri="{FF2B5EF4-FFF2-40B4-BE49-F238E27FC236}">
                <a16:creationId xmlns:a16="http://schemas.microsoft.com/office/drawing/2014/main" id="{3C5385F7-B305-E04B-BFEE-A1EAB0FF67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7199" y="9635723"/>
            <a:ext cx="1145276" cy="38646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55B8C93-86EE-874E-A695-D176B8B9246F}"/>
              </a:ext>
            </a:extLst>
          </p:cNvPr>
          <p:cNvSpPr/>
          <p:nvPr/>
        </p:nvSpPr>
        <p:spPr>
          <a:xfrm rot="221628">
            <a:off x="897170" y="2120898"/>
            <a:ext cx="2865088" cy="2266592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ArchUp">
              <a:avLst>
                <a:gd name="adj" fmla="val 13078515"/>
              </a:avLst>
            </a:prstTxWarp>
            <a:spAutoFit/>
          </a:bodyPr>
          <a:lstStyle/>
          <a:p>
            <a:r>
              <a:rPr lang="fr-FR" sz="5400" b="1">
                <a:solidFill>
                  <a:schemeClr val="accent1"/>
                </a:solidFill>
                <a:latin typeface="Strawford" pitchFamily="2" charset="77"/>
                <a:cs typeface="Poppins Thin" pitchFamily="2" charset="77"/>
              </a:rPr>
              <a:t>to our home !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378AF39A-16FA-194F-A01E-6CE77A0F23B6}"/>
              </a:ext>
            </a:extLst>
          </p:cNvPr>
          <p:cNvSpPr txBox="1"/>
          <p:nvPr/>
        </p:nvSpPr>
        <p:spPr>
          <a:xfrm rot="17268384">
            <a:off x="199153" y="2847986"/>
            <a:ext cx="2280527" cy="1037513"/>
          </a:xfrm>
          <a:prstGeom prst="rect">
            <a:avLst/>
          </a:prstGeom>
          <a:noFill/>
        </p:spPr>
        <p:txBody>
          <a:bodyPr wrap="square" rtlCol="0">
            <a:prstTxWarp prst="textArchUp">
              <a:avLst>
                <a:gd name="adj" fmla="val 12355207"/>
              </a:avLst>
            </a:prstTxWarp>
            <a:spAutoFit/>
          </a:bodyPr>
          <a:lstStyle/>
          <a:p>
            <a:r>
              <a:rPr lang="fr-FR" sz="3300" b="1">
                <a:solidFill>
                  <a:schemeClr val="accent1"/>
                </a:solidFill>
                <a:latin typeface="Strawford" pitchFamily="2" charset="77"/>
                <a:cs typeface="Poppins Thin" pitchFamily="2" charset="77"/>
              </a:rPr>
              <a:t>Welcome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B1B7C068-E084-2943-AEAC-3BA4B95FD741}"/>
              </a:ext>
            </a:extLst>
          </p:cNvPr>
          <p:cNvSpPr txBox="1"/>
          <p:nvPr/>
        </p:nvSpPr>
        <p:spPr>
          <a:xfrm>
            <a:off x="980788" y="6772553"/>
            <a:ext cx="5598098" cy="20697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fr-FR" sz="1600">
                <a:solidFill>
                  <a:schemeClr val="accent1"/>
                </a:solidFill>
                <a:latin typeface="Poppins Light" pitchFamily="2" charset="77"/>
                <a:cs typeface="Poppins Light" pitchFamily="2" charset="77"/>
              </a:rPr>
              <a:t>Si vous avez la moindre question, n’hésitez pas à nous écrire.</a:t>
            </a:r>
            <a:endParaRPr lang="fr-FR" sz="700">
              <a:solidFill>
                <a:schemeClr val="accent1"/>
              </a:solidFill>
              <a:latin typeface="Poppins Light" pitchFamily="2" charset="77"/>
              <a:cs typeface="Poppins Light" pitchFamily="2" charset="77"/>
            </a:endParaRPr>
          </a:p>
          <a:p>
            <a:pPr algn="just">
              <a:lnSpc>
                <a:spcPct val="150000"/>
              </a:lnSpc>
            </a:pPr>
            <a:br>
              <a:rPr lang="fr-FR" sz="700">
                <a:solidFill>
                  <a:schemeClr val="accent1"/>
                </a:solidFill>
                <a:latin typeface="Poppins Light" pitchFamily="2" charset="77"/>
                <a:cs typeface="Poppins Light" pitchFamily="2" charset="77"/>
              </a:rPr>
            </a:br>
            <a:r>
              <a:rPr lang="fr-FR" sz="1600">
                <a:solidFill>
                  <a:schemeClr val="accent1"/>
                </a:solidFill>
                <a:latin typeface="Poppins Light" pitchFamily="2" charset="77"/>
                <a:cs typeface="Poppins Light" pitchFamily="2" charset="77"/>
              </a:rPr>
              <a:t>Que ce soit pour le logement, le quartier ou un petit imprévu, nous sommes là pour vous aider rapidement.</a:t>
            </a: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54476916-B752-3042-91EE-085086372591}"/>
              </a:ext>
            </a:extLst>
          </p:cNvPr>
          <p:cNvSpPr txBox="1"/>
          <p:nvPr/>
        </p:nvSpPr>
        <p:spPr>
          <a:xfrm>
            <a:off x="4011997" y="2616570"/>
            <a:ext cx="2566889" cy="354712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fr-FR" sz="1600">
                <a:solidFill>
                  <a:schemeClr val="accent1"/>
                </a:solidFill>
                <a:latin typeface="Poppins Light" pitchFamily="2" charset="77"/>
                <a:cs typeface="Poppins Light" pitchFamily="2" charset="77"/>
              </a:rPr>
              <a:t>Nous espérons que vous passerez un agréable séjour et que vous vous sentirez ici comme chez vous.</a:t>
            </a:r>
          </a:p>
          <a:p>
            <a:pPr algn="just">
              <a:lnSpc>
                <a:spcPct val="150000"/>
              </a:lnSpc>
            </a:pPr>
            <a:endParaRPr lang="fr-FR" sz="700">
              <a:solidFill>
                <a:schemeClr val="accent1"/>
              </a:solidFill>
              <a:latin typeface="Poppins Light" pitchFamily="2" charset="77"/>
              <a:cs typeface="Poppins Light" pitchFamily="2" charset="77"/>
            </a:endParaRPr>
          </a:p>
          <a:p>
            <a:pPr algn="just">
              <a:lnSpc>
                <a:spcPct val="150000"/>
              </a:lnSpc>
            </a:pPr>
            <a:r>
              <a:rPr lang="fr-FR" sz="1600">
                <a:solidFill>
                  <a:schemeClr val="accent1"/>
                </a:solidFill>
                <a:latin typeface="Poppins Light" pitchFamily="2" charset="77"/>
                <a:cs typeface="Poppins Light" pitchFamily="2" charset="77"/>
              </a:rPr>
              <a:t>N’hésitez pas à prendre le temps de vous installer et à profiter pleinement du lieu.</a:t>
            </a: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1C9B7EC5-0C15-D34E-9D69-FD577980FEEE}"/>
              </a:ext>
            </a:extLst>
          </p:cNvPr>
          <p:cNvSpPr txBox="1"/>
          <p:nvPr/>
        </p:nvSpPr>
        <p:spPr>
          <a:xfrm>
            <a:off x="0" y="10180701"/>
            <a:ext cx="75596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>
                <a:solidFill>
                  <a:schemeClr val="accent1"/>
                </a:solidFill>
                <a:latin typeface="Poppins Thin" pitchFamily="2" charset="77"/>
                <a:cs typeface="Poppins Thin" pitchFamily="2" charset="77"/>
              </a:rPr>
              <a:t>3</a:t>
            </a:r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id="{DB30929F-4CA1-394E-B0BA-40C562D46746}"/>
              </a:ext>
            </a:extLst>
          </p:cNvPr>
          <p:cNvGrpSpPr/>
          <p:nvPr/>
        </p:nvGrpSpPr>
        <p:grpSpPr>
          <a:xfrm>
            <a:off x="1002913" y="657723"/>
            <a:ext cx="5553847" cy="383976"/>
            <a:chOff x="1061819" y="638895"/>
            <a:chExt cx="5553847" cy="383976"/>
          </a:xfrm>
        </p:grpSpPr>
        <p:pic>
          <p:nvPicPr>
            <p:cNvPr id="45" name="Graphique 44" descr="Logement avec un remplissage uni">
              <a:hlinkClick r:id="rId3" action="ppaction://hlinksldjump"/>
              <a:extLst>
                <a:ext uri="{FF2B5EF4-FFF2-40B4-BE49-F238E27FC236}">
                  <a16:creationId xmlns:a16="http://schemas.microsoft.com/office/drawing/2014/main" id="{9A173843-16A2-DE44-885B-42D2ECB43FF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61819" y="638895"/>
              <a:ext cx="383976" cy="383976"/>
            </a:xfrm>
            <a:prstGeom prst="rect">
              <a:avLst/>
            </a:prstGeom>
          </p:spPr>
        </p:pic>
        <p:pic>
          <p:nvPicPr>
            <p:cNvPr id="46" name="Graphique 45" descr="Clé avec un remplissage uni">
              <a:hlinkClick r:id="rId6" action="ppaction://hlinksldjump"/>
              <a:extLst>
                <a:ext uri="{FF2B5EF4-FFF2-40B4-BE49-F238E27FC236}">
                  <a16:creationId xmlns:a16="http://schemas.microsoft.com/office/drawing/2014/main" id="{97BB0A3A-A910-4244-A89F-E401AD817A1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2104873" y="638895"/>
              <a:ext cx="383976" cy="383976"/>
            </a:xfrm>
            <a:prstGeom prst="rect">
              <a:avLst/>
            </a:prstGeom>
          </p:spPr>
        </p:pic>
        <p:pic>
          <p:nvPicPr>
            <p:cNvPr id="47" name="Graphique 46" descr="Sans fil avec un remplissage uni">
              <a:hlinkClick r:id="rId9" action="ppaction://hlinksldjump"/>
              <a:extLst>
                <a:ext uri="{FF2B5EF4-FFF2-40B4-BE49-F238E27FC236}">
                  <a16:creationId xmlns:a16="http://schemas.microsoft.com/office/drawing/2014/main" id="{21A97E25-E14C-5044-9948-02EDB9C4611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160487" y="638895"/>
              <a:ext cx="383976" cy="383976"/>
            </a:xfrm>
            <a:prstGeom prst="rect">
              <a:avLst/>
            </a:prstGeom>
          </p:spPr>
        </p:pic>
        <p:pic>
          <p:nvPicPr>
            <p:cNvPr id="48" name="Graphique 47" descr="Liste de contrôle avec un remplissage uni">
              <a:hlinkClick r:id="rId12" action="ppaction://hlinksldjump"/>
              <a:extLst>
                <a:ext uri="{FF2B5EF4-FFF2-40B4-BE49-F238E27FC236}">
                  <a16:creationId xmlns:a16="http://schemas.microsoft.com/office/drawing/2014/main" id="{B295710A-42B7-4E41-8333-35882EA787FE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6231690" y="638895"/>
              <a:ext cx="383976" cy="383976"/>
            </a:xfrm>
            <a:prstGeom prst="rect">
              <a:avLst/>
            </a:prstGeom>
          </p:spPr>
        </p:pic>
        <p:pic>
          <p:nvPicPr>
            <p:cNvPr id="53" name="Graphique 52" descr="Porte ouverte avec un remplissage uni">
              <a:hlinkClick r:id="rId15" action="ppaction://hlinksldjump"/>
              <a:extLst>
                <a:ext uri="{FF2B5EF4-FFF2-40B4-BE49-F238E27FC236}">
                  <a16:creationId xmlns:a16="http://schemas.microsoft.com/office/drawing/2014/main" id="{796111F3-0157-254F-AF6E-3EAC20BFBA5D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3147927" y="654142"/>
              <a:ext cx="353482" cy="353482"/>
            </a:xfrm>
            <a:prstGeom prst="rect">
              <a:avLst/>
            </a:prstGeom>
          </p:spPr>
        </p:pic>
        <p:pic>
          <p:nvPicPr>
            <p:cNvPr id="25" name="Graphique 24" descr="Livre fermé avec un remplissage uni">
              <a:hlinkClick r:id="rId18" action="ppaction://hlinksldjump"/>
              <a:extLst>
                <a:ext uri="{FF2B5EF4-FFF2-40B4-BE49-F238E27FC236}">
                  <a16:creationId xmlns:a16="http://schemas.microsoft.com/office/drawing/2014/main" id="{575FB740-2BED-2943-8458-97790D77890A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5203541" y="646349"/>
              <a:ext cx="369069" cy="369069"/>
            </a:xfrm>
            <a:prstGeom prst="rect">
              <a:avLst/>
            </a:prstGeom>
          </p:spPr>
        </p:pic>
      </p:grpSp>
      <p:pic>
        <p:nvPicPr>
          <p:cNvPr id="35" name="Picture 2" descr="Chambre image 1">
            <a:extLst>
              <a:ext uri="{FF2B5EF4-FFF2-40B4-BE49-F238E27FC236}">
                <a16:creationId xmlns:a16="http://schemas.microsoft.com/office/drawing/2014/main" id="{CC09E23F-45A5-DB47-AA31-54127C6D474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32" t="394" r="40309" b="1840"/>
          <a:stretch/>
        </p:blipFill>
        <p:spPr bwMode="auto">
          <a:xfrm>
            <a:off x="1012565" y="2344925"/>
            <a:ext cx="2574532" cy="3699770"/>
          </a:xfrm>
          <a:prstGeom prst="round2SameRect">
            <a:avLst>
              <a:gd name="adj1" fmla="val 50000"/>
              <a:gd name="adj2" fmla="val 0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35306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P_BOOK_MASK">
            <a:extLst>
              <a:ext uri="{FF2B5EF4-FFF2-40B4-BE49-F238E27FC236}">
                <a16:creationId xmlns:a16="http://schemas.microsoft.com/office/drawing/2014/main" id="{094774D0-21E5-E9F1-DA4E-977D7718B3E2}"/>
              </a:ext>
            </a:extLst>
          </p:cNvPr>
          <p:cNvSpPr/>
          <p:nvPr/>
        </p:nvSpPr>
        <p:spPr>
          <a:xfrm>
            <a:off x="1352894" y="6063175"/>
            <a:ext cx="4819890" cy="29899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7" name="Image 6" descr="Une image contenant Police, Graphique, logo, texte&#10;&#10;Description générée automatiquement">
            <a:extLst>
              <a:ext uri="{FF2B5EF4-FFF2-40B4-BE49-F238E27FC236}">
                <a16:creationId xmlns:a16="http://schemas.microsoft.com/office/drawing/2014/main" id="{3C5385F7-B305-E04B-BFEE-A1EAB0FF67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7199" y="9635723"/>
            <a:ext cx="1145276" cy="386460"/>
          </a:xfrm>
          <a:prstGeom prst="rect">
            <a:avLst/>
          </a:prstGeom>
        </p:spPr>
      </p:pic>
      <p:sp>
        <p:nvSpPr>
          <p:cNvPr id="30" name="ZoneTexte 29">
            <a:extLst>
              <a:ext uri="{FF2B5EF4-FFF2-40B4-BE49-F238E27FC236}">
                <a16:creationId xmlns:a16="http://schemas.microsoft.com/office/drawing/2014/main" id="{B1B7C068-E084-2943-AEAC-3BA4B95FD741}"/>
              </a:ext>
            </a:extLst>
          </p:cNvPr>
          <p:cNvSpPr txBox="1"/>
          <p:nvPr/>
        </p:nvSpPr>
        <p:spPr>
          <a:xfrm>
            <a:off x="944706" y="3123228"/>
            <a:ext cx="559809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fr-FR" sz="1600">
                <a:solidFill>
                  <a:schemeClr val="accent1"/>
                </a:solidFill>
                <a:latin typeface="Poppins Light" pitchFamily="2" charset="77"/>
                <a:cs typeface="Poppins Light" pitchFamily="2" charset="77"/>
              </a:rPr>
              <a:t>Le logement est situé à l’adresse suivante :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5965591A-5250-F74A-96BE-C83EA1C1EBC8}"/>
              </a:ext>
            </a:extLst>
          </p:cNvPr>
          <p:cNvSpPr txBox="1"/>
          <p:nvPr/>
        </p:nvSpPr>
        <p:spPr>
          <a:xfrm>
            <a:off x="944706" y="1775300"/>
            <a:ext cx="500636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>
                <a:solidFill>
                  <a:schemeClr val="accent1"/>
                </a:solidFill>
                <a:latin typeface="Strawford" pitchFamily="2" charset="77"/>
                <a:cs typeface="Poppins Thin" pitchFamily="2" charset="77"/>
              </a:rPr>
              <a:t>How to access the apartment ?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AA2A3C19-AA52-7641-8AA3-E056B33207BD}"/>
              </a:ext>
            </a:extLst>
          </p:cNvPr>
          <p:cNvSpPr txBox="1"/>
          <p:nvPr/>
        </p:nvSpPr>
        <p:spPr>
          <a:xfrm>
            <a:off x="0" y="10180701"/>
            <a:ext cx="75596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>
                <a:solidFill>
                  <a:schemeClr val="accent1"/>
                </a:solidFill>
                <a:latin typeface="Poppins Thin" pitchFamily="2" charset="77"/>
                <a:cs typeface="Poppins Thin" pitchFamily="2" charset="77"/>
              </a:rPr>
              <a:t>4</a:t>
            </a: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2B58F9BA-6328-654F-A38C-DD259FEBC993}"/>
              </a:ext>
            </a:extLst>
          </p:cNvPr>
          <p:cNvSpPr/>
          <p:nvPr/>
        </p:nvSpPr>
        <p:spPr>
          <a:xfrm>
            <a:off x="1352894" y="3689745"/>
            <a:ext cx="4781723" cy="430887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accent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accent2">
                    <a:lumMod val="50000"/>
                    <a:lumOff val="50000"/>
                  </a:schemeClr>
                </a:solidFill>
                <a:latin typeface="Strawford Medium" pitchFamily="2" charset="77"/>
                <a:cs typeface="Poppins" pitchFamily="2" charset="77"/>
              </a:rPr>
              <a:t>[[ADRESSE]]</a:t>
            </a:r>
          </a:p>
        </p:txBody>
      </p:sp>
      <p:sp>
        <p:nvSpPr>
          <p:cNvPr id="42" name="Rectangle : coins arrondis 41">
            <a:extLst>
              <a:ext uri="{FF2B5EF4-FFF2-40B4-BE49-F238E27FC236}">
                <a16:creationId xmlns:a16="http://schemas.microsoft.com/office/drawing/2014/main" id="{DA48E213-F198-1949-9FEC-974FDAA945A0}"/>
              </a:ext>
            </a:extLst>
          </p:cNvPr>
          <p:cNvSpPr/>
          <p:nvPr/>
        </p:nvSpPr>
        <p:spPr>
          <a:xfrm>
            <a:off x="3747179" y="4490294"/>
            <a:ext cx="3369238" cy="430887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400" dirty="0">
                <a:solidFill>
                  <a:schemeClr val="accent1"/>
                </a:solidFill>
                <a:latin typeface="Strawford Medium" pitchFamily="2" charset="77"/>
                <a:cs typeface="Poppins" pitchFamily="2" charset="77"/>
              </a:rPr>
              <a:t>[[TRANSPORT_BUS_TEXTE]]</a:t>
            </a:r>
            <a:endParaRPr lang="fr-FR" sz="1400" dirty="0">
              <a:solidFill>
                <a:schemeClr val="accent1"/>
              </a:solidFill>
              <a:latin typeface="Strawford Light" pitchFamily="2" charset="77"/>
              <a:cs typeface="Poppins" pitchFamily="2" charset="77"/>
            </a:endParaRPr>
          </a:p>
        </p:txBody>
      </p:sp>
      <p:sp>
        <p:nvSpPr>
          <p:cNvPr id="43" name="Rectangle : coins arrondis 42">
            <a:extLst>
              <a:ext uri="{FF2B5EF4-FFF2-40B4-BE49-F238E27FC236}">
                <a16:creationId xmlns:a16="http://schemas.microsoft.com/office/drawing/2014/main" id="{E4A64403-D178-D546-A4EA-443E077DFFD7}"/>
              </a:ext>
            </a:extLst>
          </p:cNvPr>
          <p:cNvSpPr/>
          <p:nvPr/>
        </p:nvSpPr>
        <p:spPr>
          <a:xfrm>
            <a:off x="3738309" y="5219583"/>
            <a:ext cx="2762967" cy="430887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400" dirty="0">
                <a:solidFill>
                  <a:schemeClr val="accent1"/>
                </a:solidFill>
                <a:latin typeface="Strawford Medium" pitchFamily="2" charset="77"/>
                <a:cs typeface="Poppins" pitchFamily="2" charset="77"/>
              </a:rPr>
              <a:t>[[TRANSPORT_METRO_TEXTE]]</a:t>
            </a:r>
            <a:endParaRPr lang="fr-FR" sz="1400" dirty="0">
              <a:solidFill>
                <a:schemeClr val="accent1"/>
              </a:solidFill>
              <a:latin typeface="Strawford Light" pitchFamily="2" charset="77"/>
              <a:cs typeface="Poppins" pitchFamily="2" charset="77"/>
            </a:endParaRP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192E6525-AA09-B647-BA22-D94DEF1D374D}"/>
              </a:ext>
            </a:extLst>
          </p:cNvPr>
          <p:cNvSpPr txBox="1"/>
          <p:nvPr/>
        </p:nvSpPr>
        <p:spPr>
          <a:xfrm>
            <a:off x="985574" y="4421520"/>
            <a:ext cx="19400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b="1">
                <a:solidFill>
                  <a:schemeClr val="accent1"/>
                </a:solidFill>
                <a:latin typeface="Strawford" pitchFamily="2" charset="77"/>
                <a:cs typeface="Poppins Thin" pitchFamily="2" charset="77"/>
              </a:rPr>
              <a:t>Nearest metro stations :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7F9E5A5-6440-BD4D-B2AD-9DA9C676613B}"/>
              </a:ext>
            </a:extLst>
          </p:cNvPr>
          <p:cNvSpPr/>
          <p:nvPr/>
        </p:nvSpPr>
        <p:spPr>
          <a:xfrm>
            <a:off x="0" y="527659"/>
            <a:ext cx="7559675" cy="668103"/>
          </a:xfrm>
          <a:prstGeom prst="rect">
            <a:avLst/>
          </a:prstGeom>
          <a:solidFill>
            <a:schemeClr val="accent1">
              <a:alpha val="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33" name="Groupe 32">
            <a:extLst>
              <a:ext uri="{FF2B5EF4-FFF2-40B4-BE49-F238E27FC236}">
                <a16:creationId xmlns:a16="http://schemas.microsoft.com/office/drawing/2014/main" id="{B860FDB5-7E2F-E14F-8E55-FE0D26DDEF72}"/>
              </a:ext>
            </a:extLst>
          </p:cNvPr>
          <p:cNvGrpSpPr/>
          <p:nvPr/>
        </p:nvGrpSpPr>
        <p:grpSpPr>
          <a:xfrm>
            <a:off x="1002913" y="657723"/>
            <a:ext cx="5553847" cy="383976"/>
            <a:chOff x="1061819" y="638895"/>
            <a:chExt cx="5553847" cy="383976"/>
          </a:xfrm>
        </p:grpSpPr>
        <p:pic>
          <p:nvPicPr>
            <p:cNvPr id="34" name="Graphique 33" descr="Logement avec un remplissage uni">
              <a:hlinkClick r:id="rId3" action="ppaction://hlinksldjump"/>
              <a:extLst>
                <a:ext uri="{FF2B5EF4-FFF2-40B4-BE49-F238E27FC236}">
                  <a16:creationId xmlns:a16="http://schemas.microsoft.com/office/drawing/2014/main" id="{D495A122-F88E-AA43-B1D5-F73945F005E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61819" y="638895"/>
              <a:ext cx="383976" cy="383976"/>
            </a:xfrm>
            <a:prstGeom prst="rect">
              <a:avLst/>
            </a:prstGeom>
          </p:spPr>
        </p:pic>
        <p:pic>
          <p:nvPicPr>
            <p:cNvPr id="35" name="Graphique 34" descr="Clé avec un remplissage uni">
              <a:hlinkClick r:id="rId6" action="ppaction://hlinksldjump"/>
              <a:extLst>
                <a:ext uri="{FF2B5EF4-FFF2-40B4-BE49-F238E27FC236}">
                  <a16:creationId xmlns:a16="http://schemas.microsoft.com/office/drawing/2014/main" id="{EB41B446-9CDF-824A-8C63-F54BC5A9F34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2104873" y="638895"/>
              <a:ext cx="383976" cy="383976"/>
            </a:xfrm>
            <a:prstGeom prst="rect">
              <a:avLst/>
            </a:prstGeom>
          </p:spPr>
        </p:pic>
        <p:pic>
          <p:nvPicPr>
            <p:cNvPr id="37" name="Graphique 36" descr="Sans fil avec un remplissage uni">
              <a:hlinkClick r:id="rId9" action="ppaction://hlinksldjump"/>
              <a:extLst>
                <a:ext uri="{FF2B5EF4-FFF2-40B4-BE49-F238E27FC236}">
                  <a16:creationId xmlns:a16="http://schemas.microsoft.com/office/drawing/2014/main" id="{0D5B66E0-7149-1546-BA3E-70F5D2F0A8A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160487" y="638895"/>
              <a:ext cx="383976" cy="383976"/>
            </a:xfrm>
            <a:prstGeom prst="rect">
              <a:avLst/>
            </a:prstGeom>
          </p:spPr>
        </p:pic>
        <p:pic>
          <p:nvPicPr>
            <p:cNvPr id="38" name="Graphique 37" descr="Liste de contrôle avec un remplissage uni">
              <a:hlinkClick r:id="rId12" action="ppaction://hlinksldjump"/>
              <a:extLst>
                <a:ext uri="{FF2B5EF4-FFF2-40B4-BE49-F238E27FC236}">
                  <a16:creationId xmlns:a16="http://schemas.microsoft.com/office/drawing/2014/main" id="{6EA94A83-4D0F-8F49-B59E-827A251E661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6231690" y="638895"/>
              <a:ext cx="383976" cy="383976"/>
            </a:xfrm>
            <a:prstGeom prst="rect">
              <a:avLst/>
            </a:prstGeom>
          </p:spPr>
        </p:pic>
        <p:pic>
          <p:nvPicPr>
            <p:cNvPr id="39" name="Graphique 38" descr="Porte ouverte avec un remplissage uni">
              <a:hlinkClick r:id="rId15" action="ppaction://hlinksldjump"/>
              <a:extLst>
                <a:ext uri="{FF2B5EF4-FFF2-40B4-BE49-F238E27FC236}">
                  <a16:creationId xmlns:a16="http://schemas.microsoft.com/office/drawing/2014/main" id="{18CF24B4-532C-8949-8EE1-B925B215DFA6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3147927" y="654142"/>
              <a:ext cx="353482" cy="353482"/>
            </a:xfrm>
            <a:prstGeom prst="rect">
              <a:avLst/>
            </a:prstGeom>
          </p:spPr>
        </p:pic>
        <p:pic>
          <p:nvPicPr>
            <p:cNvPr id="40" name="Graphique 39" descr="Livre fermé avec un remplissage uni">
              <a:hlinkClick r:id="rId18" action="ppaction://hlinksldjump"/>
              <a:extLst>
                <a:ext uri="{FF2B5EF4-FFF2-40B4-BE49-F238E27FC236}">
                  <a16:creationId xmlns:a16="http://schemas.microsoft.com/office/drawing/2014/main" id="{7B91782F-A792-8B43-A077-842BAB55A3F0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5203541" y="646349"/>
              <a:ext cx="369069" cy="369069"/>
            </a:xfrm>
            <a:prstGeom prst="rect">
              <a:avLst/>
            </a:prstGeom>
          </p:spPr>
        </p:pic>
      </p:grpSp>
      <p:sp>
        <p:nvSpPr>
          <p:cNvPr id="10" name="Ellipse 9">
            <a:extLst>
              <a:ext uri="{FF2B5EF4-FFF2-40B4-BE49-F238E27FC236}">
                <a16:creationId xmlns:a16="http://schemas.microsoft.com/office/drawing/2014/main" id="{7623DE5F-1A89-804E-8E27-E84A6F78DD26}"/>
              </a:ext>
            </a:extLst>
          </p:cNvPr>
          <p:cNvSpPr/>
          <p:nvPr/>
        </p:nvSpPr>
        <p:spPr>
          <a:xfrm>
            <a:off x="3333910" y="5289294"/>
            <a:ext cx="385967" cy="385967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6EBCDCBF-CCD3-3447-AC31-3047C606A0E8}"/>
              </a:ext>
            </a:extLst>
          </p:cNvPr>
          <p:cNvSpPr/>
          <p:nvPr/>
        </p:nvSpPr>
        <p:spPr>
          <a:xfrm>
            <a:off x="3382543" y="4618631"/>
            <a:ext cx="337334" cy="337334"/>
          </a:xfrm>
          <a:prstGeom prst="roundRect">
            <a:avLst>
              <a:gd name="adj" fmla="val 26079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218682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OOK_ACCESS_PHOTO_APPART">
            <a:extLst>
              <a:ext uri="{FF2B5EF4-FFF2-40B4-BE49-F238E27FC236}">
                <a16:creationId xmlns:a16="http://schemas.microsoft.com/office/drawing/2014/main" id="{5D1F4E5E-1017-C8E6-A9E3-EBFA9D0363E8}"/>
              </a:ext>
            </a:extLst>
          </p:cNvPr>
          <p:cNvSpPr/>
          <p:nvPr/>
        </p:nvSpPr>
        <p:spPr>
          <a:xfrm>
            <a:off x="4138812" y="7112875"/>
            <a:ext cx="2455179" cy="14887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BOOK_ACCESS_PHOTO_ENTREE">
            <a:extLst>
              <a:ext uri="{FF2B5EF4-FFF2-40B4-BE49-F238E27FC236}">
                <a16:creationId xmlns:a16="http://schemas.microsoft.com/office/drawing/2014/main" id="{FF336995-81A8-CD3F-053E-419A9C85E9A4}"/>
              </a:ext>
            </a:extLst>
          </p:cNvPr>
          <p:cNvSpPr/>
          <p:nvPr/>
        </p:nvSpPr>
        <p:spPr>
          <a:xfrm>
            <a:off x="4114816" y="5315149"/>
            <a:ext cx="2455179" cy="14887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Rectangle 1BOOK_ACCESS_PHOTO_ENTREE">
            <a:extLst>
              <a:ext uri="{FF2B5EF4-FFF2-40B4-BE49-F238E27FC236}">
                <a16:creationId xmlns:a16="http://schemas.microsoft.com/office/drawing/2014/main" id="{AA6E3C11-2E31-A87A-C253-5886DC03E7F3}"/>
              </a:ext>
            </a:extLst>
          </p:cNvPr>
          <p:cNvSpPr/>
          <p:nvPr/>
        </p:nvSpPr>
        <p:spPr>
          <a:xfrm>
            <a:off x="4101581" y="3587262"/>
            <a:ext cx="2455179" cy="14887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7" name="Image 6" descr="Une image contenant Police, Graphique, logo, texte&#10;&#10;Description générée automatiquement">
            <a:extLst>
              <a:ext uri="{FF2B5EF4-FFF2-40B4-BE49-F238E27FC236}">
                <a16:creationId xmlns:a16="http://schemas.microsoft.com/office/drawing/2014/main" id="{3C5385F7-B305-E04B-BFEE-A1EAB0FF67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7199" y="9635723"/>
            <a:ext cx="1145276" cy="386460"/>
          </a:xfrm>
          <a:prstGeom prst="rect">
            <a:avLst/>
          </a:prstGeom>
        </p:spPr>
      </p:pic>
      <p:sp>
        <p:nvSpPr>
          <p:cNvPr id="20" name="ZoneTexte 19">
            <a:extLst>
              <a:ext uri="{FF2B5EF4-FFF2-40B4-BE49-F238E27FC236}">
                <a16:creationId xmlns:a16="http://schemas.microsoft.com/office/drawing/2014/main" id="{5965591A-5250-F74A-96BE-C83EA1C1EBC8}"/>
              </a:ext>
            </a:extLst>
          </p:cNvPr>
          <p:cNvSpPr txBox="1"/>
          <p:nvPr/>
        </p:nvSpPr>
        <p:spPr>
          <a:xfrm>
            <a:off x="980788" y="2028512"/>
            <a:ext cx="55980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3200" b="1">
                <a:solidFill>
                  <a:schemeClr val="accent1"/>
                </a:solidFill>
                <a:latin typeface="Strawford" pitchFamily="2" charset="77"/>
                <a:cs typeface="Poppins Thin" pitchFamily="2" charset="77"/>
              </a:rPr>
              <a:t>Instructions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AA2A3C19-AA52-7641-8AA3-E056B33207BD}"/>
              </a:ext>
            </a:extLst>
          </p:cNvPr>
          <p:cNvSpPr txBox="1"/>
          <p:nvPr/>
        </p:nvSpPr>
        <p:spPr>
          <a:xfrm>
            <a:off x="0" y="10180701"/>
            <a:ext cx="75596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>
                <a:solidFill>
                  <a:schemeClr val="accent1"/>
                </a:solidFill>
                <a:latin typeface="Poppins Thin" pitchFamily="2" charset="77"/>
                <a:cs typeface="Poppins Thin" pitchFamily="2" charset="77"/>
              </a:rPr>
              <a:t>5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57D50B45-F22A-5B4D-85F0-563C4CD02F9D}"/>
              </a:ext>
            </a:extLst>
          </p:cNvPr>
          <p:cNvSpPr txBox="1"/>
          <p:nvPr/>
        </p:nvSpPr>
        <p:spPr>
          <a:xfrm>
            <a:off x="995667" y="2461124"/>
            <a:ext cx="559809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fr-FR" sz="1600">
                <a:solidFill>
                  <a:schemeClr val="accent1"/>
                </a:solidFill>
                <a:latin typeface="Poppins Light" pitchFamily="2" charset="77"/>
                <a:cs typeface="Poppins Light" pitchFamily="2" charset="77"/>
              </a:rPr>
              <a:t>Étape par étape pour accéder au logement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40CCE2D6-0D6E-2F4B-91F2-A909E8FAD0A8}"/>
              </a:ext>
            </a:extLst>
          </p:cNvPr>
          <p:cNvSpPr txBox="1"/>
          <p:nvPr/>
        </p:nvSpPr>
        <p:spPr>
          <a:xfrm>
            <a:off x="1052665" y="3774053"/>
            <a:ext cx="25119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>
                <a:solidFill>
                  <a:schemeClr val="accent1"/>
                </a:solidFill>
                <a:latin typeface="Strawford" pitchFamily="2" charset="77"/>
                <a:cs typeface="Poppins Thin" pitchFamily="2" charset="77"/>
              </a:rPr>
              <a:t>La porte d’entrée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38DE5E18-3F85-2243-80B5-006994AFC64B}"/>
              </a:ext>
            </a:extLst>
          </p:cNvPr>
          <p:cNvSpPr txBox="1"/>
          <p:nvPr/>
        </p:nvSpPr>
        <p:spPr>
          <a:xfrm>
            <a:off x="1052665" y="4298149"/>
            <a:ext cx="25119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accent1"/>
                </a:solidFill>
                <a:latin typeface="Poppins Light" pitchFamily="2" charset="77"/>
                <a:cs typeface="Poppins Light" pitchFamily="2" charset="77"/>
              </a:rPr>
              <a:t>[[BOOK_ACC_PORTE_TEXTE]]</a:t>
            </a:r>
            <a:endParaRPr lang="fr-FR" sz="1200" b="1" dirty="0">
              <a:solidFill>
                <a:schemeClr val="accent1"/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242F5CF2-B172-D74D-968F-CCB0AF851A58}"/>
              </a:ext>
            </a:extLst>
          </p:cNvPr>
          <p:cNvCxnSpPr>
            <a:cxnSpLocks/>
          </p:cNvCxnSpPr>
          <p:nvPr/>
        </p:nvCxnSpPr>
        <p:spPr>
          <a:xfrm>
            <a:off x="1130155" y="4205159"/>
            <a:ext cx="252297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ZoneTexte 34">
            <a:extLst>
              <a:ext uri="{FF2B5EF4-FFF2-40B4-BE49-F238E27FC236}">
                <a16:creationId xmlns:a16="http://schemas.microsoft.com/office/drawing/2014/main" id="{0DE6EF7E-5DD6-A645-A3C3-0E490CBB9CC1}"/>
              </a:ext>
            </a:extLst>
          </p:cNvPr>
          <p:cNvSpPr txBox="1"/>
          <p:nvPr/>
        </p:nvSpPr>
        <p:spPr>
          <a:xfrm>
            <a:off x="1052665" y="5324328"/>
            <a:ext cx="25119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>
                <a:solidFill>
                  <a:schemeClr val="accent1"/>
                </a:solidFill>
                <a:latin typeface="Strawford" pitchFamily="2" charset="77"/>
                <a:cs typeface="Poppins Thin" pitchFamily="2" charset="77"/>
              </a:rPr>
              <a:t>L’entrée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F4E4DDC3-14CC-E749-B288-4661089D5E32}"/>
              </a:ext>
            </a:extLst>
          </p:cNvPr>
          <p:cNvSpPr txBox="1"/>
          <p:nvPr/>
        </p:nvSpPr>
        <p:spPr>
          <a:xfrm>
            <a:off x="1052665" y="5848424"/>
            <a:ext cx="26004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accent1"/>
                </a:solidFill>
                <a:latin typeface="Poppins Light" pitchFamily="2" charset="77"/>
                <a:cs typeface="Poppins Light" pitchFamily="2" charset="77"/>
              </a:rPr>
              <a:t>[[BOOK_ACC_ENTREE_TEXTE]]</a:t>
            </a:r>
          </a:p>
        </p:txBody>
      </p:sp>
      <p:cxnSp>
        <p:nvCxnSpPr>
          <p:cNvPr id="38" name="Connecteur droit 37">
            <a:extLst>
              <a:ext uri="{FF2B5EF4-FFF2-40B4-BE49-F238E27FC236}">
                <a16:creationId xmlns:a16="http://schemas.microsoft.com/office/drawing/2014/main" id="{51016736-14D8-9744-955E-9D0778E6A049}"/>
              </a:ext>
            </a:extLst>
          </p:cNvPr>
          <p:cNvCxnSpPr>
            <a:cxnSpLocks/>
          </p:cNvCxnSpPr>
          <p:nvPr/>
        </p:nvCxnSpPr>
        <p:spPr>
          <a:xfrm>
            <a:off x="1130155" y="5755434"/>
            <a:ext cx="252297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ZoneTexte 39">
            <a:extLst>
              <a:ext uri="{FF2B5EF4-FFF2-40B4-BE49-F238E27FC236}">
                <a16:creationId xmlns:a16="http://schemas.microsoft.com/office/drawing/2014/main" id="{C7427292-2C8A-384E-A094-5828CF099A38}"/>
              </a:ext>
            </a:extLst>
          </p:cNvPr>
          <p:cNvSpPr txBox="1"/>
          <p:nvPr/>
        </p:nvSpPr>
        <p:spPr>
          <a:xfrm>
            <a:off x="1052665" y="7035443"/>
            <a:ext cx="25119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>
                <a:solidFill>
                  <a:schemeClr val="accent1"/>
                </a:solidFill>
                <a:latin typeface="Strawford" pitchFamily="2" charset="77"/>
                <a:cs typeface="Poppins Thin" pitchFamily="2" charset="77"/>
              </a:rPr>
              <a:t>L’appartement</a:t>
            </a:r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9C320042-6BCC-BC43-B5F1-E4AE668C2EF0}"/>
              </a:ext>
            </a:extLst>
          </p:cNvPr>
          <p:cNvSpPr txBox="1"/>
          <p:nvPr/>
        </p:nvSpPr>
        <p:spPr>
          <a:xfrm>
            <a:off x="1052665" y="7559539"/>
            <a:ext cx="26004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accent1"/>
                </a:solidFill>
                <a:latin typeface="Poppins Light" pitchFamily="2" charset="77"/>
                <a:cs typeface="Poppins Light" pitchFamily="2" charset="77"/>
              </a:rPr>
              <a:t>[[BOOK_ACC_APPART_TEXTE]]</a:t>
            </a:r>
            <a:endParaRPr lang="fr-FR" sz="1200" b="1" dirty="0">
              <a:solidFill>
                <a:schemeClr val="accent1"/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308A622C-77FB-5348-A4B9-BF4117881CF5}"/>
              </a:ext>
            </a:extLst>
          </p:cNvPr>
          <p:cNvCxnSpPr>
            <a:cxnSpLocks/>
          </p:cNvCxnSpPr>
          <p:nvPr/>
        </p:nvCxnSpPr>
        <p:spPr>
          <a:xfrm>
            <a:off x="1130155" y="7466549"/>
            <a:ext cx="252297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C5E86FDE-A96F-8944-BF6B-C14DD15F6CD2}"/>
              </a:ext>
            </a:extLst>
          </p:cNvPr>
          <p:cNvSpPr/>
          <p:nvPr/>
        </p:nvSpPr>
        <p:spPr>
          <a:xfrm>
            <a:off x="0" y="527659"/>
            <a:ext cx="7559675" cy="668103"/>
          </a:xfrm>
          <a:prstGeom prst="rect">
            <a:avLst/>
          </a:prstGeom>
          <a:solidFill>
            <a:schemeClr val="accent1">
              <a:alpha val="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30" name="Groupe 29">
            <a:extLst>
              <a:ext uri="{FF2B5EF4-FFF2-40B4-BE49-F238E27FC236}">
                <a16:creationId xmlns:a16="http://schemas.microsoft.com/office/drawing/2014/main" id="{4C4779F9-C7F4-2641-A5E8-97357F927B97}"/>
              </a:ext>
            </a:extLst>
          </p:cNvPr>
          <p:cNvGrpSpPr/>
          <p:nvPr/>
        </p:nvGrpSpPr>
        <p:grpSpPr>
          <a:xfrm>
            <a:off x="1002913" y="657723"/>
            <a:ext cx="5553847" cy="383976"/>
            <a:chOff x="1061819" y="638895"/>
            <a:chExt cx="5553847" cy="383976"/>
          </a:xfrm>
        </p:grpSpPr>
        <p:pic>
          <p:nvPicPr>
            <p:cNvPr id="31" name="Graphique 30" descr="Logement avec un remplissage uni">
              <a:hlinkClick r:id="rId3" action="ppaction://hlinksldjump"/>
              <a:extLst>
                <a:ext uri="{FF2B5EF4-FFF2-40B4-BE49-F238E27FC236}">
                  <a16:creationId xmlns:a16="http://schemas.microsoft.com/office/drawing/2014/main" id="{236F6D46-81D9-4545-A0E1-6B88426D703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61819" y="638895"/>
              <a:ext cx="383976" cy="383976"/>
            </a:xfrm>
            <a:prstGeom prst="rect">
              <a:avLst/>
            </a:prstGeom>
          </p:spPr>
        </p:pic>
        <p:pic>
          <p:nvPicPr>
            <p:cNvPr id="32" name="Graphique 31" descr="Clé avec un remplissage uni">
              <a:hlinkClick r:id="rId6" action="ppaction://hlinksldjump"/>
              <a:extLst>
                <a:ext uri="{FF2B5EF4-FFF2-40B4-BE49-F238E27FC236}">
                  <a16:creationId xmlns:a16="http://schemas.microsoft.com/office/drawing/2014/main" id="{0413B5F8-D3C9-1449-8234-E5FE78147A2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2104873" y="638895"/>
              <a:ext cx="383976" cy="383976"/>
            </a:xfrm>
            <a:prstGeom prst="rect">
              <a:avLst/>
            </a:prstGeom>
          </p:spPr>
        </p:pic>
        <p:pic>
          <p:nvPicPr>
            <p:cNvPr id="33" name="Graphique 32" descr="Sans fil avec un remplissage uni">
              <a:hlinkClick r:id="rId9" action="ppaction://hlinksldjump"/>
              <a:extLst>
                <a:ext uri="{FF2B5EF4-FFF2-40B4-BE49-F238E27FC236}">
                  <a16:creationId xmlns:a16="http://schemas.microsoft.com/office/drawing/2014/main" id="{79DFE548-E6BE-3D40-8768-D741270A145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160487" y="638895"/>
              <a:ext cx="383976" cy="383976"/>
            </a:xfrm>
            <a:prstGeom prst="rect">
              <a:avLst/>
            </a:prstGeom>
          </p:spPr>
        </p:pic>
        <p:pic>
          <p:nvPicPr>
            <p:cNvPr id="42" name="Graphique 41" descr="Liste de contrôle avec un remplissage uni">
              <a:hlinkClick r:id="rId12" action="ppaction://hlinksldjump"/>
              <a:extLst>
                <a:ext uri="{FF2B5EF4-FFF2-40B4-BE49-F238E27FC236}">
                  <a16:creationId xmlns:a16="http://schemas.microsoft.com/office/drawing/2014/main" id="{3AF93AAC-C503-2E44-B99C-A481956ADB98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6231690" y="638895"/>
              <a:ext cx="383976" cy="383976"/>
            </a:xfrm>
            <a:prstGeom prst="rect">
              <a:avLst/>
            </a:prstGeom>
          </p:spPr>
        </p:pic>
        <p:pic>
          <p:nvPicPr>
            <p:cNvPr id="43" name="Graphique 42" descr="Porte ouverte avec un remplissage uni">
              <a:hlinkClick r:id="rId15" action="ppaction://hlinksldjump"/>
              <a:extLst>
                <a:ext uri="{FF2B5EF4-FFF2-40B4-BE49-F238E27FC236}">
                  <a16:creationId xmlns:a16="http://schemas.microsoft.com/office/drawing/2014/main" id="{6FCA1EEE-BE38-1D45-8E61-265C0A5F620E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3147927" y="654142"/>
              <a:ext cx="353482" cy="353482"/>
            </a:xfrm>
            <a:prstGeom prst="rect">
              <a:avLst/>
            </a:prstGeom>
          </p:spPr>
        </p:pic>
        <p:pic>
          <p:nvPicPr>
            <p:cNvPr id="46" name="Graphique 45" descr="Livre fermé avec un remplissage uni">
              <a:hlinkClick r:id="rId18" action="ppaction://hlinksldjump"/>
              <a:extLst>
                <a:ext uri="{FF2B5EF4-FFF2-40B4-BE49-F238E27FC236}">
                  <a16:creationId xmlns:a16="http://schemas.microsoft.com/office/drawing/2014/main" id="{6DEF3DC6-364A-8145-98C5-0759A52B58C3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5203541" y="646349"/>
              <a:ext cx="369069" cy="36906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37525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Une image contenant Police, Graphique, logo, texte&#10;&#10;Description générée automatiquement">
            <a:extLst>
              <a:ext uri="{FF2B5EF4-FFF2-40B4-BE49-F238E27FC236}">
                <a16:creationId xmlns:a16="http://schemas.microsoft.com/office/drawing/2014/main" id="{3C5385F7-B305-E04B-BFEE-A1EAB0FF67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7199" y="9635723"/>
            <a:ext cx="1145276" cy="386460"/>
          </a:xfrm>
          <a:prstGeom prst="rect">
            <a:avLst/>
          </a:prstGeom>
        </p:spPr>
      </p:pic>
      <p:sp>
        <p:nvSpPr>
          <p:cNvPr id="30" name="ZoneTexte 29">
            <a:extLst>
              <a:ext uri="{FF2B5EF4-FFF2-40B4-BE49-F238E27FC236}">
                <a16:creationId xmlns:a16="http://schemas.microsoft.com/office/drawing/2014/main" id="{B1B7C068-E084-2943-AEAC-3BA4B95FD741}"/>
              </a:ext>
            </a:extLst>
          </p:cNvPr>
          <p:cNvSpPr txBox="1"/>
          <p:nvPr/>
        </p:nvSpPr>
        <p:spPr>
          <a:xfrm>
            <a:off x="980788" y="2837092"/>
            <a:ext cx="5598098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fr-FR" sz="1600">
                <a:solidFill>
                  <a:schemeClr val="accent1"/>
                </a:solidFill>
                <a:latin typeface="Poppins Light" pitchFamily="2" charset="77"/>
                <a:cs typeface="Poppins Light" pitchFamily="2" charset="77"/>
              </a:rPr>
              <a:t>Le check-in se fait en totale autonomie. </a:t>
            </a:r>
          </a:p>
          <a:p>
            <a:pPr algn="just">
              <a:lnSpc>
                <a:spcPct val="150000"/>
              </a:lnSpc>
            </a:pPr>
            <a:r>
              <a:rPr lang="fr-FR" sz="1600">
                <a:solidFill>
                  <a:schemeClr val="accent1"/>
                </a:solidFill>
                <a:latin typeface="Poppins Light" pitchFamily="2" charset="77"/>
                <a:cs typeface="Poppins Light" pitchFamily="2" charset="77"/>
              </a:rPr>
              <a:t>Les clefs du logement vous attendent dans une boîte sécurisée par un code, qui vous a été transmis avant votre arrivée.</a:t>
            </a:r>
          </a:p>
          <a:p>
            <a:pPr algn="just">
              <a:lnSpc>
                <a:spcPct val="150000"/>
              </a:lnSpc>
            </a:pPr>
            <a:r>
              <a:rPr lang="fr-FR" sz="1600">
                <a:solidFill>
                  <a:schemeClr val="accent1"/>
                </a:solidFill>
                <a:latin typeface="Poppins Light" pitchFamily="2" charset="77"/>
                <a:cs typeface="Poppins Light" pitchFamily="2" charset="77"/>
              </a:rPr>
              <a:t>Elles sont à votre disposition à partir de 14H.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5965591A-5250-F74A-96BE-C83EA1C1EBC8}"/>
              </a:ext>
            </a:extLst>
          </p:cNvPr>
          <p:cNvSpPr txBox="1"/>
          <p:nvPr/>
        </p:nvSpPr>
        <p:spPr>
          <a:xfrm>
            <a:off x="4502393" y="1495322"/>
            <a:ext cx="208951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fr-FR" sz="3200" b="1">
                <a:solidFill>
                  <a:schemeClr val="accent1"/>
                </a:solidFill>
                <a:latin typeface="Strawford" pitchFamily="2" charset="77"/>
                <a:cs typeface="Poppins Thin" pitchFamily="2" charset="77"/>
              </a:rPr>
              <a:t>Check-in</a:t>
            </a:r>
            <a:endParaRPr lang="fr-FR" sz="1600">
              <a:solidFill>
                <a:schemeClr val="accent1"/>
              </a:solidFill>
              <a:latin typeface="Poppins Light" pitchFamily="2" charset="77"/>
              <a:cs typeface="Poppins Light" pitchFamily="2" charset="77"/>
            </a:endParaRP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DC50E24A-92DB-F743-A6AA-37B2818A836E}"/>
              </a:ext>
            </a:extLst>
          </p:cNvPr>
          <p:cNvSpPr txBox="1"/>
          <p:nvPr/>
        </p:nvSpPr>
        <p:spPr>
          <a:xfrm>
            <a:off x="980788" y="2143284"/>
            <a:ext cx="559809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fr-FR" sz="1600">
                <a:solidFill>
                  <a:schemeClr val="accent1"/>
                </a:solidFill>
                <a:latin typeface="Poppins Light" pitchFamily="2" charset="77"/>
                <a:cs typeface="Poppins Light" pitchFamily="2" charset="77"/>
              </a:rPr>
              <a:t>Heure d’arrivée : 14H</a:t>
            </a:r>
          </a:p>
        </p:txBody>
      </p:sp>
      <p:pic>
        <p:nvPicPr>
          <p:cNvPr id="7170" name="Picture 2" descr="Boîte à clés sécurisée avec code">
            <a:extLst>
              <a:ext uri="{FF2B5EF4-FFF2-40B4-BE49-F238E27FC236}">
                <a16:creationId xmlns:a16="http://schemas.microsoft.com/office/drawing/2014/main" id="{862E2523-4AC1-874F-9DD1-AC4B643E1A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797" t="67301" r="13072" b="1370"/>
          <a:stretch/>
        </p:blipFill>
        <p:spPr bwMode="auto">
          <a:xfrm>
            <a:off x="4956692" y="7365948"/>
            <a:ext cx="1855695" cy="1808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" descr="Boîte à clés sécurisée avec code">
            <a:extLst>
              <a:ext uri="{FF2B5EF4-FFF2-40B4-BE49-F238E27FC236}">
                <a16:creationId xmlns:a16="http://schemas.microsoft.com/office/drawing/2014/main" id="{9CA58D98-5EAC-D246-8F63-C438EFD20BC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827" t="33964" r="13159" b="34381"/>
          <a:stretch/>
        </p:blipFill>
        <p:spPr bwMode="auto">
          <a:xfrm>
            <a:off x="2913438" y="7365948"/>
            <a:ext cx="1827669" cy="1808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2" descr="Boîte à clés sécurisée avec code">
            <a:extLst>
              <a:ext uri="{FF2B5EF4-FFF2-40B4-BE49-F238E27FC236}">
                <a16:creationId xmlns:a16="http://schemas.microsoft.com/office/drawing/2014/main" id="{E21FFC30-A9B7-C54A-8014-39C00243D97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650" t="898" r="13219" b="67447"/>
          <a:stretch/>
        </p:blipFill>
        <p:spPr bwMode="auto">
          <a:xfrm>
            <a:off x="861217" y="7365947"/>
            <a:ext cx="1836636" cy="1808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Graphique 8" descr="Badge 1 avec un remplissage uni">
            <a:extLst>
              <a:ext uri="{FF2B5EF4-FFF2-40B4-BE49-F238E27FC236}">
                <a16:creationId xmlns:a16="http://schemas.microsoft.com/office/drawing/2014/main" id="{35EEF1E6-EAF3-6C44-85AF-E874B8CE8E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85550" y="6770991"/>
            <a:ext cx="387969" cy="387969"/>
          </a:xfrm>
          <a:prstGeom prst="rect">
            <a:avLst/>
          </a:prstGeom>
        </p:spPr>
      </p:pic>
      <p:pic>
        <p:nvPicPr>
          <p:cNvPr id="11" name="Graphique 10" descr="Badge avec un remplissage uni">
            <a:extLst>
              <a:ext uri="{FF2B5EF4-FFF2-40B4-BE49-F238E27FC236}">
                <a16:creationId xmlns:a16="http://schemas.microsoft.com/office/drawing/2014/main" id="{9D9E5381-FD43-AD47-87A5-6C76C3B8C1A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33287" y="6770992"/>
            <a:ext cx="387969" cy="387969"/>
          </a:xfrm>
          <a:prstGeom prst="rect">
            <a:avLst/>
          </a:prstGeom>
        </p:spPr>
      </p:pic>
      <p:pic>
        <p:nvPicPr>
          <p:cNvPr id="13" name="Graphique 12" descr="Badge 3 avec un remplissage uni">
            <a:extLst>
              <a:ext uri="{FF2B5EF4-FFF2-40B4-BE49-F238E27FC236}">
                <a16:creationId xmlns:a16="http://schemas.microsoft.com/office/drawing/2014/main" id="{58E71130-5D87-4C4E-83FF-87998B1D02F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690554" y="6770992"/>
            <a:ext cx="387969" cy="387969"/>
          </a:xfrm>
          <a:prstGeom prst="rect">
            <a:avLst/>
          </a:prstGeom>
        </p:spPr>
      </p:pic>
      <p:sp>
        <p:nvSpPr>
          <p:cNvPr id="34" name="ZoneTexte 33">
            <a:extLst>
              <a:ext uri="{FF2B5EF4-FFF2-40B4-BE49-F238E27FC236}">
                <a16:creationId xmlns:a16="http://schemas.microsoft.com/office/drawing/2014/main" id="{8162B0DE-2A55-124C-B23F-950F1C625C1D}"/>
              </a:ext>
            </a:extLst>
          </p:cNvPr>
          <p:cNvSpPr txBox="1"/>
          <p:nvPr/>
        </p:nvSpPr>
        <p:spPr>
          <a:xfrm>
            <a:off x="2383783" y="6260571"/>
            <a:ext cx="2749667" cy="300082"/>
          </a:xfrm>
          <a:prstGeom prst="rect">
            <a:avLst/>
          </a:prstGeom>
          <a:solidFill>
            <a:schemeClr val="accent1"/>
          </a:solidFill>
        </p:spPr>
        <p:txBody>
          <a:bodyPr wrap="square" tIns="0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fr-FR" sz="1200">
                <a:solidFill>
                  <a:schemeClr val="accent2"/>
                </a:solidFill>
                <a:latin typeface="Poppins" pitchFamily="2" charset="77"/>
                <a:cs typeface="Poppins" pitchFamily="2" charset="77"/>
              </a:rPr>
              <a:t>Comment ouvrir la boite à clef ?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44D7E4E3-EE4D-C14F-A006-A525A6A442AB}"/>
              </a:ext>
            </a:extLst>
          </p:cNvPr>
          <p:cNvSpPr txBox="1"/>
          <p:nvPr/>
        </p:nvSpPr>
        <p:spPr>
          <a:xfrm>
            <a:off x="967763" y="5067240"/>
            <a:ext cx="5598098" cy="7117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sz="1400" b="1">
                <a:solidFill>
                  <a:schemeClr val="accent2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         Merci de nous communiquer votre horaire d’arrivée à l’avance afin que nous puissions nous organiser au mieux.</a:t>
            </a:r>
          </a:p>
        </p:txBody>
      </p:sp>
      <p:pic>
        <p:nvPicPr>
          <p:cNvPr id="16" name="Graphique 15" descr="Informations avec un remplissage uni">
            <a:extLst>
              <a:ext uri="{FF2B5EF4-FFF2-40B4-BE49-F238E27FC236}">
                <a16:creationId xmlns:a16="http://schemas.microsoft.com/office/drawing/2014/main" id="{FC8E4281-9CEC-D94A-85E8-C522600108D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55940" y="5170458"/>
            <a:ext cx="258612" cy="258612"/>
          </a:xfrm>
          <a:prstGeom prst="rect">
            <a:avLst/>
          </a:prstGeom>
        </p:spPr>
      </p:pic>
      <p:sp>
        <p:nvSpPr>
          <p:cNvPr id="36" name="ZoneTexte 35">
            <a:extLst>
              <a:ext uri="{FF2B5EF4-FFF2-40B4-BE49-F238E27FC236}">
                <a16:creationId xmlns:a16="http://schemas.microsoft.com/office/drawing/2014/main" id="{AA2A3C19-AA52-7641-8AA3-E056B33207BD}"/>
              </a:ext>
            </a:extLst>
          </p:cNvPr>
          <p:cNvSpPr txBox="1"/>
          <p:nvPr/>
        </p:nvSpPr>
        <p:spPr>
          <a:xfrm>
            <a:off x="0" y="10180701"/>
            <a:ext cx="75596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>
                <a:solidFill>
                  <a:schemeClr val="accent1"/>
                </a:solidFill>
                <a:latin typeface="Poppins Thin" pitchFamily="2" charset="77"/>
                <a:cs typeface="Poppins Thin" pitchFamily="2" charset="77"/>
              </a:rPr>
              <a:t>6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0DCEFFE-53BC-444C-BA8B-AB9C0ACDB7E5}"/>
              </a:ext>
            </a:extLst>
          </p:cNvPr>
          <p:cNvSpPr/>
          <p:nvPr/>
        </p:nvSpPr>
        <p:spPr>
          <a:xfrm>
            <a:off x="806371" y="4994488"/>
            <a:ext cx="5969224" cy="935571"/>
          </a:xfrm>
          <a:prstGeom prst="rect">
            <a:avLst/>
          </a:prstGeom>
          <a:noFill/>
          <a:ln>
            <a:solidFill>
              <a:schemeClr val="accent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40C870D-9643-FA49-BF0F-0A88DF3FCE7B}"/>
              </a:ext>
            </a:extLst>
          </p:cNvPr>
          <p:cNvSpPr/>
          <p:nvPr/>
        </p:nvSpPr>
        <p:spPr>
          <a:xfrm>
            <a:off x="0" y="527659"/>
            <a:ext cx="7559675" cy="668103"/>
          </a:xfrm>
          <a:prstGeom prst="rect">
            <a:avLst/>
          </a:prstGeom>
          <a:solidFill>
            <a:schemeClr val="accent1">
              <a:alpha val="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27" name="Groupe 26">
            <a:extLst>
              <a:ext uri="{FF2B5EF4-FFF2-40B4-BE49-F238E27FC236}">
                <a16:creationId xmlns:a16="http://schemas.microsoft.com/office/drawing/2014/main" id="{C0A00956-DA9E-D441-8995-0AB9DB74FE5D}"/>
              </a:ext>
            </a:extLst>
          </p:cNvPr>
          <p:cNvGrpSpPr/>
          <p:nvPr/>
        </p:nvGrpSpPr>
        <p:grpSpPr>
          <a:xfrm>
            <a:off x="1002913" y="657723"/>
            <a:ext cx="5553847" cy="383976"/>
            <a:chOff x="1061819" y="638895"/>
            <a:chExt cx="5553847" cy="383976"/>
          </a:xfrm>
        </p:grpSpPr>
        <p:pic>
          <p:nvPicPr>
            <p:cNvPr id="28" name="Graphique 27" descr="Logement avec un remplissage uni">
              <a:hlinkClick r:id="rId12" action="ppaction://hlinksldjump"/>
              <a:extLst>
                <a:ext uri="{FF2B5EF4-FFF2-40B4-BE49-F238E27FC236}">
                  <a16:creationId xmlns:a16="http://schemas.microsoft.com/office/drawing/2014/main" id="{6337ACA6-B5F5-4C48-97B2-0C3EFEC0058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061819" y="638895"/>
              <a:ext cx="383976" cy="383976"/>
            </a:xfrm>
            <a:prstGeom prst="rect">
              <a:avLst/>
            </a:prstGeom>
          </p:spPr>
        </p:pic>
        <p:pic>
          <p:nvPicPr>
            <p:cNvPr id="29" name="Graphique 28" descr="Clé avec un remplissage uni">
              <a:hlinkClick r:id="rId15" action="ppaction://hlinksldjump"/>
              <a:extLst>
                <a:ext uri="{FF2B5EF4-FFF2-40B4-BE49-F238E27FC236}">
                  <a16:creationId xmlns:a16="http://schemas.microsoft.com/office/drawing/2014/main" id="{82FC09BC-F3E1-C24F-BE75-D94A63CEBC40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2104873" y="638895"/>
              <a:ext cx="383976" cy="383976"/>
            </a:xfrm>
            <a:prstGeom prst="rect">
              <a:avLst/>
            </a:prstGeom>
          </p:spPr>
        </p:pic>
        <p:pic>
          <p:nvPicPr>
            <p:cNvPr id="31" name="Graphique 30" descr="Sans fil avec un remplissage uni">
              <a:hlinkClick r:id="rId18" action="ppaction://hlinksldjump"/>
              <a:extLst>
                <a:ext uri="{FF2B5EF4-FFF2-40B4-BE49-F238E27FC236}">
                  <a16:creationId xmlns:a16="http://schemas.microsoft.com/office/drawing/2014/main" id="{DD69DF71-426C-A842-B101-6BB6E99E7A48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4160487" y="638895"/>
              <a:ext cx="383976" cy="383976"/>
            </a:xfrm>
            <a:prstGeom prst="rect">
              <a:avLst/>
            </a:prstGeom>
          </p:spPr>
        </p:pic>
        <p:pic>
          <p:nvPicPr>
            <p:cNvPr id="32" name="Graphique 31" descr="Liste de contrôle avec un remplissage uni">
              <a:hlinkClick r:id="rId21" action="ppaction://hlinksldjump"/>
              <a:extLst>
                <a:ext uri="{FF2B5EF4-FFF2-40B4-BE49-F238E27FC236}">
                  <a16:creationId xmlns:a16="http://schemas.microsoft.com/office/drawing/2014/main" id="{409F1B10-7B5C-A24C-96A7-93D3EFEA713F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6231690" y="638895"/>
              <a:ext cx="383976" cy="383976"/>
            </a:xfrm>
            <a:prstGeom prst="rect">
              <a:avLst/>
            </a:prstGeom>
          </p:spPr>
        </p:pic>
        <p:pic>
          <p:nvPicPr>
            <p:cNvPr id="33" name="Graphique 32" descr="Porte ouverte avec un remplissage uni">
              <a:hlinkClick r:id="rId24" action="ppaction://hlinksldjump"/>
              <a:extLst>
                <a:ext uri="{FF2B5EF4-FFF2-40B4-BE49-F238E27FC236}">
                  <a16:creationId xmlns:a16="http://schemas.microsoft.com/office/drawing/2014/main" id="{624BCA9B-70CD-314D-8F4A-2DFA39EB0A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3147927" y="654142"/>
              <a:ext cx="353482" cy="353482"/>
            </a:xfrm>
            <a:prstGeom prst="rect">
              <a:avLst/>
            </a:prstGeom>
          </p:spPr>
        </p:pic>
        <p:pic>
          <p:nvPicPr>
            <p:cNvPr id="39" name="Graphique 38" descr="Livre fermé avec un remplissage uni">
              <a:hlinkClick r:id="rId27" action="ppaction://hlinksldjump"/>
              <a:extLst>
                <a:ext uri="{FF2B5EF4-FFF2-40B4-BE49-F238E27FC236}">
                  <a16:creationId xmlns:a16="http://schemas.microsoft.com/office/drawing/2014/main" id="{1C309EBB-44AA-7B4A-9BD9-AF4A0C7548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p:blipFill>
          <p:spPr>
            <a:xfrm>
              <a:off x="5203541" y="646349"/>
              <a:ext cx="369069" cy="36906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619311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Une image contenant Police, Graphique, logo, texte&#10;&#10;Description générée automatiquement">
            <a:extLst>
              <a:ext uri="{FF2B5EF4-FFF2-40B4-BE49-F238E27FC236}">
                <a16:creationId xmlns:a16="http://schemas.microsoft.com/office/drawing/2014/main" id="{3C5385F7-B305-E04B-BFEE-A1EAB0FF67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7199" y="9635723"/>
            <a:ext cx="1145276" cy="386460"/>
          </a:xfrm>
          <a:prstGeom prst="rect">
            <a:avLst/>
          </a:prstGeom>
        </p:spPr>
      </p:pic>
      <p:sp>
        <p:nvSpPr>
          <p:cNvPr id="30" name="ZoneTexte 29">
            <a:extLst>
              <a:ext uri="{FF2B5EF4-FFF2-40B4-BE49-F238E27FC236}">
                <a16:creationId xmlns:a16="http://schemas.microsoft.com/office/drawing/2014/main" id="{B1B7C068-E084-2943-AEAC-3BA4B95FD741}"/>
              </a:ext>
            </a:extLst>
          </p:cNvPr>
          <p:cNvSpPr txBox="1"/>
          <p:nvPr/>
        </p:nvSpPr>
        <p:spPr>
          <a:xfrm>
            <a:off x="977248" y="3807023"/>
            <a:ext cx="5598098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fr-FR" sz="1600">
                <a:solidFill>
                  <a:schemeClr val="accent1"/>
                </a:solidFill>
                <a:latin typeface="Poppins Light" pitchFamily="2" charset="77"/>
                <a:cs typeface="Poppins Light" pitchFamily="2" charset="77"/>
              </a:rPr>
              <a:t>Afin de nous permettre de préparer le logement dans les meilleures conditions pour les prochains voyageurs, nous vous remercions de bien vouloir le libérer avant 10h.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5965591A-5250-F74A-96BE-C83EA1C1EBC8}"/>
              </a:ext>
            </a:extLst>
          </p:cNvPr>
          <p:cNvSpPr txBox="1"/>
          <p:nvPr/>
        </p:nvSpPr>
        <p:spPr>
          <a:xfrm>
            <a:off x="977247" y="2330043"/>
            <a:ext cx="242197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sz="3200" b="1">
                <a:solidFill>
                  <a:schemeClr val="accent1"/>
                </a:solidFill>
                <a:latin typeface="Strawford" pitchFamily="2" charset="77"/>
                <a:cs typeface="Poppins Thin" pitchFamily="2" charset="77"/>
              </a:rPr>
              <a:t>Check-out</a:t>
            </a:r>
            <a:endParaRPr lang="fr-FR" sz="1600">
              <a:solidFill>
                <a:schemeClr val="accent1"/>
              </a:solidFill>
              <a:latin typeface="Poppins Light" pitchFamily="2" charset="77"/>
              <a:cs typeface="Poppins Light" pitchFamily="2" charset="77"/>
            </a:endParaRP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DC50E24A-92DB-F743-A6AA-37B2818A836E}"/>
              </a:ext>
            </a:extLst>
          </p:cNvPr>
          <p:cNvSpPr txBox="1"/>
          <p:nvPr/>
        </p:nvSpPr>
        <p:spPr>
          <a:xfrm>
            <a:off x="977248" y="2978005"/>
            <a:ext cx="260400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sz="1600">
                <a:solidFill>
                  <a:schemeClr val="accent1"/>
                </a:solidFill>
                <a:latin typeface="Poppins Light" pitchFamily="2" charset="77"/>
                <a:cs typeface="Poppins Light" pitchFamily="2" charset="77"/>
              </a:rPr>
              <a:t>Heure de départ : 10H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44D7E4E3-EE4D-C14F-A006-A525A6A442AB}"/>
              </a:ext>
            </a:extLst>
          </p:cNvPr>
          <p:cNvSpPr txBox="1"/>
          <p:nvPr/>
        </p:nvSpPr>
        <p:spPr>
          <a:xfrm>
            <a:off x="1007227" y="6085002"/>
            <a:ext cx="2802589" cy="16812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400" b="1">
                <a:solidFill>
                  <a:schemeClr val="accent2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         Pensez à replacer les clés dans la boîte à code, comme à votre arrivée, et à nous envoyer un petit message une fois cela fait. </a:t>
            </a:r>
          </a:p>
        </p:txBody>
      </p:sp>
      <p:pic>
        <p:nvPicPr>
          <p:cNvPr id="16" name="Graphique 15" descr="Informations avec un remplissage uni">
            <a:extLst>
              <a:ext uri="{FF2B5EF4-FFF2-40B4-BE49-F238E27FC236}">
                <a16:creationId xmlns:a16="http://schemas.microsoft.com/office/drawing/2014/main" id="{FC8E4281-9CEC-D94A-85E8-C522600108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5404" y="6188220"/>
            <a:ext cx="258612" cy="258612"/>
          </a:xfrm>
          <a:prstGeom prst="rect">
            <a:avLst/>
          </a:prstGeom>
        </p:spPr>
      </p:pic>
      <p:sp>
        <p:nvSpPr>
          <p:cNvPr id="36" name="ZoneTexte 35">
            <a:extLst>
              <a:ext uri="{FF2B5EF4-FFF2-40B4-BE49-F238E27FC236}">
                <a16:creationId xmlns:a16="http://schemas.microsoft.com/office/drawing/2014/main" id="{AA2A3C19-AA52-7641-8AA3-E056B33207BD}"/>
              </a:ext>
            </a:extLst>
          </p:cNvPr>
          <p:cNvSpPr txBox="1"/>
          <p:nvPr/>
        </p:nvSpPr>
        <p:spPr>
          <a:xfrm>
            <a:off x="0" y="10180701"/>
            <a:ext cx="75596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>
                <a:solidFill>
                  <a:schemeClr val="accent1"/>
                </a:solidFill>
                <a:latin typeface="Poppins Thin" pitchFamily="2" charset="77"/>
                <a:cs typeface="Poppins Thin" pitchFamily="2" charset="77"/>
              </a:rPr>
              <a:t>7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3A76A0E1-72D0-3B47-8A98-22D3895E0122}"/>
              </a:ext>
            </a:extLst>
          </p:cNvPr>
          <p:cNvSpPr txBox="1"/>
          <p:nvPr/>
        </p:nvSpPr>
        <p:spPr>
          <a:xfrm>
            <a:off x="-1244184" y="785484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/>
          </a:p>
        </p:txBody>
      </p:sp>
      <p:pic>
        <p:nvPicPr>
          <p:cNvPr id="10246" name="Picture 6" descr="Boite à clefs sécurisé à code : choisir le meilleur coffre à code |  Comparatif">
            <a:extLst>
              <a:ext uri="{FF2B5EF4-FFF2-40B4-BE49-F238E27FC236}">
                <a16:creationId xmlns:a16="http://schemas.microsoft.com/office/drawing/2014/main" id="{26A79115-C580-8944-96B1-1F098339162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59" t="4193" r="14136" b="7199"/>
          <a:stretch/>
        </p:blipFill>
        <p:spPr bwMode="auto">
          <a:xfrm>
            <a:off x="3933455" y="6010052"/>
            <a:ext cx="2596921" cy="1844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C4F81F00-C724-F341-81E2-49764C1644FB}"/>
              </a:ext>
            </a:extLst>
          </p:cNvPr>
          <p:cNvSpPr/>
          <p:nvPr/>
        </p:nvSpPr>
        <p:spPr>
          <a:xfrm>
            <a:off x="795225" y="5861153"/>
            <a:ext cx="5969224" cy="2154054"/>
          </a:xfrm>
          <a:prstGeom prst="rect">
            <a:avLst/>
          </a:prstGeom>
          <a:noFill/>
          <a:ln>
            <a:solidFill>
              <a:schemeClr val="accent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AD70F24-69C6-4E4E-9ED5-D2FCF6D74230}"/>
              </a:ext>
            </a:extLst>
          </p:cNvPr>
          <p:cNvSpPr/>
          <p:nvPr/>
        </p:nvSpPr>
        <p:spPr>
          <a:xfrm>
            <a:off x="0" y="527659"/>
            <a:ext cx="7559675" cy="668103"/>
          </a:xfrm>
          <a:prstGeom prst="rect">
            <a:avLst/>
          </a:prstGeom>
          <a:solidFill>
            <a:schemeClr val="accent1">
              <a:alpha val="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23" name="Groupe 22">
            <a:extLst>
              <a:ext uri="{FF2B5EF4-FFF2-40B4-BE49-F238E27FC236}">
                <a16:creationId xmlns:a16="http://schemas.microsoft.com/office/drawing/2014/main" id="{41A3F7CD-40C7-304B-ABD6-12EA58FD51B7}"/>
              </a:ext>
            </a:extLst>
          </p:cNvPr>
          <p:cNvGrpSpPr/>
          <p:nvPr/>
        </p:nvGrpSpPr>
        <p:grpSpPr>
          <a:xfrm>
            <a:off x="1002913" y="657723"/>
            <a:ext cx="5553847" cy="383976"/>
            <a:chOff x="1061819" y="638895"/>
            <a:chExt cx="5553847" cy="383976"/>
          </a:xfrm>
        </p:grpSpPr>
        <p:pic>
          <p:nvPicPr>
            <p:cNvPr id="24" name="Graphique 23" descr="Logement avec un remplissage uni">
              <a:hlinkClick r:id="rId6" action="ppaction://hlinksldjump"/>
              <a:extLst>
                <a:ext uri="{FF2B5EF4-FFF2-40B4-BE49-F238E27FC236}">
                  <a16:creationId xmlns:a16="http://schemas.microsoft.com/office/drawing/2014/main" id="{D3482547-D195-E54F-9FC4-96E4A8DC093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061819" y="638895"/>
              <a:ext cx="383976" cy="383976"/>
            </a:xfrm>
            <a:prstGeom prst="rect">
              <a:avLst/>
            </a:prstGeom>
          </p:spPr>
        </p:pic>
        <p:pic>
          <p:nvPicPr>
            <p:cNvPr id="25" name="Graphique 24" descr="Clé avec un remplissage uni">
              <a:hlinkClick r:id="rId9" action="ppaction://hlinksldjump"/>
              <a:extLst>
                <a:ext uri="{FF2B5EF4-FFF2-40B4-BE49-F238E27FC236}">
                  <a16:creationId xmlns:a16="http://schemas.microsoft.com/office/drawing/2014/main" id="{BA9773C5-8FCF-C34D-B549-128CE938E0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2104873" y="638895"/>
              <a:ext cx="383976" cy="383976"/>
            </a:xfrm>
            <a:prstGeom prst="rect">
              <a:avLst/>
            </a:prstGeom>
          </p:spPr>
        </p:pic>
        <p:pic>
          <p:nvPicPr>
            <p:cNvPr id="26" name="Graphique 25" descr="Sans fil avec un remplissage uni">
              <a:hlinkClick r:id="rId12" action="ppaction://hlinksldjump"/>
              <a:extLst>
                <a:ext uri="{FF2B5EF4-FFF2-40B4-BE49-F238E27FC236}">
                  <a16:creationId xmlns:a16="http://schemas.microsoft.com/office/drawing/2014/main" id="{1CFA2F9F-895D-5F45-953D-2D40993B4958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4160487" y="638895"/>
              <a:ext cx="383976" cy="383976"/>
            </a:xfrm>
            <a:prstGeom prst="rect">
              <a:avLst/>
            </a:prstGeom>
          </p:spPr>
        </p:pic>
        <p:pic>
          <p:nvPicPr>
            <p:cNvPr id="27" name="Graphique 26" descr="Liste de contrôle avec un remplissage uni">
              <a:hlinkClick r:id="rId15" action="ppaction://hlinksldjump"/>
              <a:extLst>
                <a:ext uri="{FF2B5EF4-FFF2-40B4-BE49-F238E27FC236}">
                  <a16:creationId xmlns:a16="http://schemas.microsoft.com/office/drawing/2014/main" id="{787F59AC-A7AB-C949-BA9E-DE4BD961D083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6231690" y="638895"/>
              <a:ext cx="383976" cy="383976"/>
            </a:xfrm>
            <a:prstGeom prst="rect">
              <a:avLst/>
            </a:prstGeom>
          </p:spPr>
        </p:pic>
        <p:pic>
          <p:nvPicPr>
            <p:cNvPr id="28" name="Graphique 27" descr="Porte ouverte avec un remplissage uni">
              <a:hlinkClick r:id="rId18" action="ppaction://hlinksldjump"/>
              <a:extLst>
                <a:ext uri="{FF2B5EF4-FFF2-40B4-BE49-F238E27FC236}">
                  <a16:creationId xmlns:a16="http://schemas.microsoft.com/office/drawing/2014/main" id="{DB608955-75B6-E042-A32D-91108A53B82D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3147927" y="654142"/>
              <a:ext cx="353482" cy="353482"/>
            </a:xfrm>
            <a:prstGeom prst="rect">
              <a:avLst/>
            </a:prstGeom>
          </p:spPr>
        </p:pic>
        <p:pic>
          <p:nvPicPr>
            <p:cNvPr id="29" name="Graphique 28" descr="Livre fermé avec un remplissage uni">
              <a:hlinkClick r:id="rId21" action="ppaction://hlinksldjump"/>
              <a:extLst>
                <a:ext uri="{FF2B5EF4-FFF2-40B4-BE49-F238E27FC236}">
                  <a16:creationId xmlns:a16="http://schemas.microsoft.com/office/drawing/2014/main" id="{FE1885AE-D885-8348-984C-2401DA0864A9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5203541" y="646349"/>
              <a:ext cx="369069" cy="36906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477828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Une image contenant Police, Graphique, logo, texte&#10;&#10;Description générée automatiquement">
            <a:extLst>
              <a:ext uri="{FF2B5EF4-FFF2-40B4-BE49-F238E27FC236}">
                <a16:creationId xmlns:a16="http://schemas.microsoft.com/office/drawing/2014/main" id="{3C5385F7-B305-E04B-BFEE-A1EAB0FF67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7199" y="9635723"/>
            <a:ext cx="1145276" cy="386460"/>
          </a:xfrm>
          <a:prstGeom prst="rect">
            <a:avLst/>
          </a:prstGeom>
        </p:spPr>
      </p:pic>
      <p:sp>
        <p:nvSpPr>
          <p:cNvPr id="20" name="ZoneTexte 19">
            <a:extLst>
              <a:ext uri="{FF2B5EF4-FFF2-40B4-BE49-F238E27FC236}">
                <a16:creationId xmlns:a16="http://schemas.microsoft.com/office/drawing/2014/main" id="{5965591A-5250-F74A-96BE-C83EA1C1EBC8}"/>
              </a:ext>
            </a:extLst>
          </p:cNvPr>
          <p:cNvSpPr txBox="1"/>
          <p:nvPr/>
        </p:nvSpPr>
        <p:spPr>
          <a:xfrm>
            <a:off x="1880624" y="2638426"/>
            <a:ext cx="37984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fr-FR" sz="3200" b="1">
                <a:solidFill>
                  <a:schemeClr val="accent1"/>
                </a:solidFill>
                <a:latin typeface="Strawford" pitchFamily="2" charset="77"/>
                <a:cs typeface="Poppins Thin" pitchFamily="2" charset="77"/>
              </a:rPr>
              <a:t>Wifi connection</a:t>
            </a:r>
            <a:endParaRPr lang="fr-FR" sz="1600">
              <a:solidFill>
                <a:schemeClr val="accent1"/>
              </a:solidFill>
              <a:latin typeface="Poppins Light" pitchFamily="2" charset="77"/>
              <a:cs typeface="Poppins Light" pitchFamily="2" charset="77"/>
            </a:endParaRP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AA2A3C19-AA52-7641-8AA3-E056B33207BD}"/>
              </a:ext>
            </a:extLst>
          </p:cNvPr>
          <p:cNvSpPr txBox="1"/>
          <p:nvPr/>
        </p:nvSpPr>
        <p:spPr>
          <a:xfrm>
            <a:off x="0" y="10180701"/>
            <a:ext cx="75596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>
                <a:solidFill>
                  <a:schemeClr val="accent1"/>
                </a:solidFill>
                <a:latin typeface="Poppins Thin" pitchFamily="2" charset="77"/>
                <a:cs typeface="Poppins Thin" pitchFamily="2" charset="77"/>
              </a:rPr>
              <a:t>8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3A76A0E1-72D0-3B47-8A98-22D3895E0122}"/>
              </a:ext>
            </a:extLst>
          </p:cNvPr>
          <p:cNvSpPr txBox="1"/>
          <p:nvPr/>
        </p:nvSpPr>
        <p:spPr>
          <a:xfrm>
            <a:off x="-1244184" y="834527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/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1B555224-A99D-6C43-A4B6-2304A864E7A4}"/>
              </a:ext>
            </a:extLst>
          </p:cNvPr>
          <p:cNvSpPr txBox="1"/>
          <p:nvPr/>
        </p:nvSpPr>
        <p:spPr>
          <a:xfrm>
            <a:off x="1880624" y="3885031"/>
            <a:ext cx="3798425" cy="515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fr-FR" sz="2000" b="1">
                <a:solidFill>
                  <a:schemeClr val="accent1"/>
                </a:solidFill>
                <a:latin typeface="Strawford" pitchFamily="2" charset="77"/>
                <a:cs typeface="Poppins Thin" pitchFamily="2" charset="77"/>
              </a:rPr>
              <a:t>Network name :</a:t>
            </a:r>
            <a:endParaRPr lang="fr-FR" sz="1100">
              <a:solidFill>
                <a:schemeClr val="accent1"/>
              </a:solidFill>
              <a:latin typeface="Poppins Light" pitchFamily="2" charset="77"/>
              <a:cs typeface="Poppins Light" pitchFamily="2" charset="77"/>
            </a:endParaRPr>
          </a:p>
        </p:txBody>
      </p:sp>
      <p:sp>
        <p:nvSpPr>
          <p:cNvPr id="47" name="Rectangle : coins arrondis 46">
            <a:extLst>
              <a:ext uri="{FF2B5EF4-FFF2-40B4-BE49-F238E27FC236}">
                <a16:creationId xmlns:a16="http://schemas.microsoft.com/office/drawing/2014/main" id="{523DD65D-DB8D-B948-8F52-7CF050CDECCF}"/>
              </a:ext>
            </a:extLst>
          </p:cNvPr>
          <p:cNvSpPr/>
          <p:nvPr/>
        </p:nvSpPr>
        <p:spPr>
          <a:xfrm>
            <a:off x="1388974" y="4482802"/>
            <a:ext cx="4781723" cy="430887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accent2"/>
                </a:solidFill>
                <a:latin typeface="Strawford Medium" pitchFamily="2" charset="77"/>
                <a:cs typeface="Poppins" pitchFamily="2" charset="77"/>
              </a:rPr>
              <a:t>[[WIFI_NETWORK_NAME]]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301EE594-38F0-9142-BF72-A3ECB11DE85A}"/>
              </a:ext>
            </a:extLst>
          </p:cNvPr>
          <p:cNvSpPr txBox="1"/>
          <p:nvPr/>
        </p:nvSpPr>
        <p:spPr>
          <a:xfrm>
            <a:off x="1880626" y="5348539"/>
            <a:ext cx="3798425" cy="515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fr-FR" sz="2000" b="1">
                <a:solidFill>
                  <a:schemeClr val="accent1"/>
                </a:solidFill>
                <a:latin typeface="Strawford" pitchFamily="2" charset="77"/>
                <a:cs typeface="Poppins Thin" pitchFamily="2" charset="77"/>
              </a:rPr>
              <a:t>Password :</a:t>
            </a:r>
            <a:endParaRPr lang="fr-FR" sz="1100">
              <a:solidFill>
                <a:schemeClr val="accent1"/>
              </a:solidFill>
              <a:latin typeface="Poppins Light" pitchFamily="2" charset="77"/>
              <a:cs typeface="Poppins Light" pitchFamily="2" charset="77"/>
            </a:endParaRPr>
          </a:p>
        </p:txBody>
      </p:sp>
      <p:sp>
        <p:nvSpPr>
          <p:cNvPr id="53" name="Rectangle : coins arrondis 52">
            <a:extLst>
              <a:ext uri="{FF2B5EF4-FFF2-40B4-BE49-F238E27FC236}">
                <a16:creationId xmlns:a16="http://schemas.microsoft.com/office/drawing/2014/main" id="{FFA2355E-26DA-D04C-93DD-E7FB8FEF503B}"/>
              </a:ext>
            </a:extLst>
          </p:cNvPr>
          <p:cNvSpPr/>
          <p:nvPr/>
        </p:nvSpPr>
        <p:spPr>
          <a:xfrm>
            <a:off x="1388976" y="5946310"/>
            <a:ext cx="4781723" cy="430887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accent2"/>
                </a:solidFill>
                <a:latin typeface="Strawford Medium" pitchFamily="2" charset="77"/>
                <a:cs typeface="Poppins" pitchFamily="2" charset="77"/>
              </a:rPr>
              <a:t>[[WIFI_PASSWORD]]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B37EEAE-34B6-5C43-9AE4-2AFD47270812}"/>
              </a:ext>
            </a:extLst>
          </p:cNvPr>
          <p:cNvSpPr/>
          <p:nvPr/>
        </p:nvSpPr>
        <p:spPr>
          <a:xfrm>
            <a:off x="0" y="527659"/>
            <a:ext cx="7559675" cy="668103"/>
          </a:xfrm>
          <a:prstGeom prst="rect">
            <a:avLst/>
          </a:prstGeom>
          <a:solidFill>
            <a:schemeClr val="accent1">
              <a:alpha val="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21" name="Groupe 20">
            <a:extLst>
              <a:ext uri="{FF2B5EF4-FFF2-40B4-BE49-F238E27FC236}">
                <a16:creationId xmlns:a16="http://schemas.microsoft.com/office/drawing/2014/main" id="{D747A80C-14A7-B04C-B095-3FCD7488470B}"/>
              </a:ext>
            </a:extLst>
          </p:cNvPr>
          <p:cNvGrpSpPr/>
          <p:nvPr/>
        </p:nvGrpSpPr>
        <p:grpSpPr>
          <a:xfrm>
            <a:off x="1002913" y="657723"/>
            <a:ext cx="5553847" cy="383976"/>
            <a:chOff x="1061819" y="638895"/>
            <a:chExt cx="5553847" cy="383976"/>
          </a:xfrm>
        </p:grpSpPr>
        <p:pic>
          <p:nvPicPr>
            <p:cNvPr id="22" name="Graphique 21" descr="Logement avec un remplissage uni">
              <a:hlinkClick r:id="rId3" action="ppaction://hlinksldjump"/>
              <a:extLst>
                <a:ext uri="{FF2B5EF4-FFF2-40B4-BE49-F238E27FC236}">
                  <a16:creationId xmlns:a16="http://schemas.microsoft.com/office/drawing/2014/main" id="{AE6F380A-931C-7C47-8B64-54C2BF2DD84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61819" y="638895"/>
              <a:ext cx="383976" cy="383976"/>
            </a:xfrm>
            <a:prstGeom prst="rect">
              <a:avLst/>
            </a:prstGeom>
          </p:spPr>
        </p:pic>
        <p:pic>
          <p:nvPicPr>
            <p:cNvPr id="23" name="Graphique 22" descr="Clé avec un remplissage uni">
              <a:hlinkClick r:id="rId6" action="ppaction://hlinksldjump"/>
              <a:extLst>
                <a:ext uri="{FF2B5EF4-FFF2-40B4-BE49-F238E27FC236}">
                  <a16:creationId xmlns:a16="http://schemas.microsoft.com/office/drawing/2014/main" id="{8F00F5CB-A652-C844-A933-73A16A7B295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2104873" y="638895"/>
              <a:ext cx="383976" cy="383976"/>
            </a:xfrm>
            <a:prstGeom prst="rect">
              <a:avLst/>
            </a:prstGeom>
          </p:spPr>
        </p:pic>
        <p:pic>
          <p:nvPicPr>
            <p:cNvPr id="24" name="Graphique 23" descr="Sans fil avec un remplissage uni">
              <a:hlinkClick r:id="rId9" action="ppaction://hlinksldjump"/>
              <a:extLst>
                <a:ext uri="{FF2B5EF4-FFF2-40B4-BE49-F238E27FC236}">
                  <a16:creationId xmlns:a16="http://schemas.microsoft.com/office/drawing/2014/main" id="{3AF089C3-CA24-D144-A7F2-DB37789F255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160487" y="638895"/>
              <a:ext cx="383976" cy="383976"/>
            </a:xfrm>
            <a:prstGeom prst="rect">
              <a:avLst/>
            </a:prstGeom>
          </p:spPr>
        </p:pic>
        <p:pic>
          <p:nvPicPr>
            <p:cNvPr id="25" name="Graphique 24" descr="Liste de contrôle avec un remplissage uni">
              <a:hlinkClick r:id="rId12" action="ppaction://hlinksldjump"/>
              <a:extLst>
                <a:ext uri="{FF2B5EF4-FFF2-40B4-BE49-F238E27FC236}">
                  <a16:creationId xmlns:a16="http://schemas.microsoft.com/office/drawing/2014/main" id="{4BB7DA89-0489-8F4B-94B9-8BB5185043A1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6231690" y="638895"/>
              <a:ext cx="383976" cy="383976"/>
            </a:xfrm>
            <a:prstGeom prst="rect">
              <a:avLst/>
            </a:prstGeom>
          </p:spPr>
        </p:pic>
        <p:pic>
          <p:nvPicPr>
            <p:cNvPr id="26" name="Graphique 25" descr="Porte ouverte avec un remplissage uni">
              <a:hlinkClick r:id="rId15" action="ppaction://hlinksldjump"/>
              <a:extLst>
                <a:ext uri="{FF2B5EF4-FFF2-40B4-BE49-F238E27FC236}">
                  <a16:creationId xmlns:a16="http://schemas.microsoft.com/office/drawing/2014/main" id="{9F480E01-1FCA-B342-8F1E-CAFD98E39A21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3147927" y="654142"/>
              <a:ext cx="353482" cy="353482"/>
            </a:xfrm>
            <a:prstGeom prst="rect">
              <a:avLst/>
            </a:prstGeom>
          </p:spPr>
        </p:pic>
        <p:pic>
          <p:nvPicPr>
            <p:cNvPr id="27" name="Graphique 26" descr="Livre fermé avec un remplissage uni">
              <a:hlinkClick r:id="rId18" action="ppaction://hlinksldjump"/>
              <a:extLst>
                <a:ext uri="{FF2B5EF4-FFF2-40B4-BE49-F238E27FC236}">
                  <a16:creationId xmlns:a16="http://schemas.microsoft.com/office/drawing/2014/main" id="{72EE519D-9F48-8B40-92CB-093FD3561E38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5203541" y="646349"/>
              <a:ext cx="369069" cy="36906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732825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Une image contenant Police, Graphique, logo, texte&#10;&#10;Description générée automatiquement">
            <a:extLst>
              <a:ext uri="{FF2B5EF4-FFF2-40B4-BE49-F238E27FC236}">
                <a16:creationId xmlns:a16="http://schemas.microsoft.com/office/drawing/2014/main" id="{3C5385F7-B305-E04B-BFEE-A1EAB0FF67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7199" y="9635723"/>
            <a:ext cx="1145276" cy="386460"/>
          </a:xfrm>
          <a:prstGeom prst="rect">
            <a:avLst/>
          </a:prstGeom>
        </p:spPr>
      </p:pic>
      <p:sp>
        <p:nvSpPr>
          <p:cNvPr id="20" name="ZoneTexte 19">
            <a:extLst>
              <a:ext uri="{FF2B5EF4-FFF2-40B4-BE49-F238E27FC236}">
                <a16:creationId xmlns:a16="http://schemas.microsoft.com/office/drawing/2014/main" id="{5965591A-5250-F74A-96BE-C83EA1C1EBC8}"/>
              </a:ext>
            </a:extLst>
          </p:cNvPr>
          <p:cNvSpPr txBox="1"/>
          <p:nvPr/>
        </p:nvSpPr>
        <p:spPr>
          <a:xfrm>
            <a:off x="1865377" y="1541145"/>
            <a:ext cx="37984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fr-FR" sz="3200" b="1">
                <a:solidFill>
                  <a:schemeClr val="accent1"/>
                </a:solidFill>
                <a:latin typeface="Strawford" pitchFamily="2" charset="77"/>
                <a:cs typeface="Poppins Thin" pitchFamily="2" charset="77"/>
              </a:rPr>
              <a:t>Mode d’emploi</a:t>
            </a:r>
            <a:endParaRPr lang="fr-FR" sz="1600">
              <a:solidFill>
                <a:schemeClr val="accent1"/>
              </a:solidFill>
              <a:latin typeface="Poppins Light" pitchFamily="2" charset="77"/>
              <a:cs typeface="Poppins Light" pitchFamily="2" charset="77"/>
            </a:endParaRP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AA2A3C19-AA52-7641-8AA3-E056B33207BD}"/>
              </a:ext>
            </a:extLst>
          </p:cNvPr>
          <p:cNvSpPr txBox="1"/>
          <p:nvPr/>
        </p:nvSpPr>
        <p:spPr>
          <a:xfrm>
            <a:off x="0" y="10180701"/>
            <a:ext cx="75596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>
                <a:solidFill>
                  <a:schemeClr val="accent1"/>
                </a:solidFill>
                <a:latin typeface="Poppins Thin" pitchFamily="2" charset="77"/>
                <a:cs typeface="Poppins Thin" pitchFamily="2" charset="77"/>
              </a:rPr>
              <a:t>9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B37EEAE-34B6-5C43-9AE4-2AFD47270812}"/>
              </a:ext>
            </a:extLst>
          </p:cNvPr>
          <p:cNvSpPr/>
          <p:nvPr/>
        </p:nvSpPr>
        <p:spPr>
          <a:xfrm>
            <a:off x="0" y="527659"/>
            <a:ext cx="7559675" cy="668103"/>
          </a:xfrm>
          <a:prstGeom prst="rect">
            <a:avLst/>
          </a:prstGeom>
          <a:solidFill>
            <a:schemeClr val="accent1">
              <a:alpha val="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89" name="Groupe 88">
            <a:extLst>
              <a:ext uri="{FF2B5EF4-FFF2-40B4-BE49-F238E27FC236}">
                <a16:creationId xmlns:a16="http://schemas.microsoft.com/office/drawing/2014/main" id="{BC99C641-3E7E-094E-B17A-6C91D3BD1BFB}"/>
              </a:ext>
            </a:extLst>
          </p:cNvPr>
          <p:cNvGrpSpPr/>
          <p:nvPr/>
        </p:nvGrpSpPr>
        <p:grpSpPr>
          <a:xfrm>
            <a:off x="1002913" y="657723"/>
            <a:ext cx="5553847" cy="383976"/>
            <a:chOff x="1061819" y="638895"/>
            <a:chExt cx="5553847" cy="383976"/>
          </a:xfrm>
        </p:grpSpPr>
        <p:pic>
          <p:nvPicPr>
            <p:cNvPr id="90" name="Graphique 89" descr="Logement avec un remplissage uni">
              <a:hlinkClick r:id="rId3" action="ppaction://hlinksldjump"/>
              <a:extLst>
                <a:ext uri="{FF2B5EF4-FFF2-40B4-BE49-F238E27FC236}">
                  <a16:creationId xmlns:a16="http://schemas.microsoft.com/office/drawing/2014/main" id="{92F53917-1BB2-BD46-8907-23D390852CE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61819" y="638895"/>
              <a:ext cx="383976" cy="383976"/>
            </a:xfrm>
            <a:prstGeom prst="rect">
              <a:avLst/>
            </a:prstGeom>
          </p:spPr>
        </p:pic>
        <p:pic>
          <p:nvPicPr>
            <p:cNvPr id="91" name="Graphique 90" descr="Clé avec un remplissage uni">
              <a:hlinkClick r:id="rId6" action="ppaction://hlinksldjump"/>
              <a:extLst>
                <a:ext uri="{FF2B5EF4-FFF2-40B4-BE49-F238E27FC236}">
                  <a16:creationId xmlns:a16="http://schemas.microsoft.com/office/drawing/2014/main" id="{51259F06-BCB4-034A-A766-9FF618E455A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2104873" y="638895"/>
              <a:ext cx="383976" cy="383976"/>
            </a:xfrm>
            <a:prstGeom prst="rect">
              <a:avLst/>
            </a:prstGeom>
          </p:spPr>
        </p:pic>
        <p:pic>
          <p:nvPicPr>
            <p:cNvPr id="92" name="Graphique 91" descr="Sans fil avec un remplissage uni">
              <a:hlinkClick r:id="rId9" action="ppaction://hlinksldjump"/>
              <a:extLst>
                <a:ext uri="{FF2B5EF4-FFF2-40B4-BE49-F238E27FC236}">
                  <a16:creationId xmlns:a16="http://schemas.microsoft.com/office/drawing/2014/main" id="{50F7B058-934C-DD40-A631-F8077DD0DED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160487" y="638895"/>
              <a:ext cx="383976" cy="383976"/>
            </a:xfrm>
            <a:prstGeom prst="rect">
              <a:avLst/>
            </a:prstGeom>
          </p:spPr>
        </p:pic>
        <p:pic>
          <p:nvPicPr>
            <p:cNvPr id="93" name="Graphique 92" descr="Liste de contrôle avec un remplissage uni">
              <a:hlinkClick r:id="rId12" action="ppaction://hlinksldjump"/>
              <a:extLst>
                <a:ext uri="{FF2B5EF4-FFF2-40B4-BE49-F238E27FC236}">
                  <a16:creationId xmlns:a16="http://schemas.microsoft.com/office/drawing/2014/main" id="{6F585DBF-E497-FF44-8D39-AE6736247FDE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6231690" y="638895"/>
              <a:ext cx="383976" cy="383976"/>
            </a:xfrm>
            <a:prstGeom prst="rect">
              <a:avLst/>
            </a:prstGeom>
          </p:spPr>
        </p:pic>
        <p:pic>
          <p:nvPicPr>
            <p:cNvPr id="94" name="Graphique 93" descr="Porte ouverte avec un remplissage uni">
              <a:hlinkClick r:id="rId15" action="ppaction://hlinksldjump"/>
              <a:extLst>
                <a:ext uri="{FF2B5EF4-FFF2-40B4-BE49-F238E27FC236}">
                  <a16:creationId xmlns:a16="http://schemas.microsoft.com/office/drawing/2014/main" id="{5E40DE45-9379-504D-B013-52CE4D50759E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3147927" y="654142"/>
              <a:ext cx="353482" cy="353482"/>
            </a:xfrm>
            <a:prstGeom prst="rect">
              <a:avLst/>
            </a:prstGeom>
          </p:spPr>
        </p:pic>
        <p:pic>
          <p:nvPicPr>
            <p:cNvPr id="95" name="Graphique 94" descr="Livre fermé avec un remplissage uni">
              <a:extLst>
                <a:ext uri="{FF2B5EF4-FFF2-40B4-BE49-F238E27FC236}">
                  <a16:creationId xmlns:a16="http://schemas.microsoft.com/office/drawing/2014/main" id="{BA392B4B-C602-E743-AC5C-F938A66BC8D8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5203541" y="646349"/>
              <a:ext cx="369069" cy="369069"/>
            </a:xfrm>
            <a:prstGeom prst="rect">
              <a:avLst/>
            </a:prstGeom>
          </p:spPr>
        </p:pic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DEBB041A-8880-2B4A-AA7E-64174C8E5588}"/>
              </a:ext>
            </a:extLst>
          </p:cNvPr>
          <p:cNvSpPr/>
          <p:nvPr/>
        </p:nvSpPr>
        <p:spPr>
          <a:xfrm>
            <a:off x="182198" y="2790187"/>
            <a:ext cx="7195279" cy="629385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5" name="Groupe 4">
            <a:extLst>
              <a:ext uri="{FF2B5EF4-FFF2-40B4-BE49-F238E27FC236}">
                <a16:creationId xmlns:a16="http://schemas.microsoft.com/office/drawing/2014/main" id="{21D70B43-A4BF-594E-B3A5-8683F972223D}"/>
              </a:ext>
            </a:extLst>
          </p:cNvPr>
          <p:cNvGrpSpPr/>
          <p:nvPr/>
        </p:nvGrpSpPr>
        <p:grpSpPr>
          <a:xfrm>
            <a:off x="417516" y="2985412"/>
            <a:ext cx="6694146" cy="5173154"/>
            <a:chOff x="441853" y="3015302"/>
            <a:chExt cx="6694146" cy="5173154"/>
          </a:xfrm>
        </p:grpSpPr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35CADBE4-B569-D24F-881A-8729E6A27C1C}"/>
                </a:ext>
              </a:extLst>
            </p:cNvPr>
            <p:cNvSpPr/>
            <p:nvPr/>
          </p:nvSpPr>
          <p:spPr>
            <a:xfrm>
              <a:off x="539919" y="3938831"/>
              <a:ext cx="3078067" cy="505850"/>
            </a:xfrm>
            <a:prstGeom prst="rect">
              <a:avLst/>
            </a:prstGeom>
            <a:solidFill>
              <a:schemeClr val="accent1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accent1"/>
                </a:solidFill>
              </a:endParaRPr>
            </a:p>
          </p:txBody>
        </p:sp>
        <p:sp>
          <p:nvSpPr>
            <p:cNvPr id="97" name="ZoneTexte 96">
              <a:extLst>
                <a:ext uri="{FF2B5EF4-FFF2-40B4-BE49-F238E27FC236}">
                  <a16:creationId xmlns:a16="http://schemas.microsoft.com/office/drawing/2014/main" id="{AFC5876B-AAF4-824F-AB9D-9E40F9D2B80E}"/>
                </a:ext>
              </a:extLst>
            </p:cNvPr>
            <p:cNvSpPr txBox="1"/>
            <p:nvPr/>
          </p:nvSpPr>
          <p:spPr>
            <a:xfrm>
              <a:off x="843939" y="3989674"/>
              <a:ext cx="263487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100" b="1">
                  <a:solidFill>
                    <a:schemeClr val="accent2"/>
                  </a:solidFill>
                  <a:latin typeface="Strawford" pitchFamily="2" charset="77"/>
                  <a:hlinkClick r:id="rId20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Comment entrer dans l’appartement ?</a:t>
              </a:r>
              <a:endParaRPr lang="fr-FR" sz="1100" b="1">
                <a:solidFill>
                  <a:schemeClr val="accent2"/>
                </a:solidFill>
                <a:latin typeface="Strawford" pitchFamily="2" charset="77"/>
              </a:endParaRPr>
            </a:p>
          </p:txBody>
        </p:sp>
        <p:sp>
          <p:nvSpPr>
            <p:cNvPr id="98" name="ZoneTexte 97">
              <a:extLst>
                <a:ext uri="{FF2B5EF4-FFF2-40B4-BE49-F238E27FC236}">
                  <a16:creationId xmlns:a16="http://schemas.microsoft.com/office/drawing/2014/main" id="{636D1D68-0CE8-6940-AEA0-A3A85D064EA7}"/>
                </a:ext>
              </a:extLst>
            </p:cNvPr>
            <p:cNvSpPr txBox="1"/>
            <p:nvPr/>
          </p:nvSpPr>
          <p:spPr>
            <a:xfrm>
              <a:off x="843939" y="4153405"/>
              <a:ext cx="263487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>
                  <a:solidFill>
                    <a:schemeClr val="accent2"/>
                  </a:solidFill>
                  <a:latin typeface="Strawford" pitchFamily="2" charset="77"/>
                </a:rPr>
                <a:t>How do I get into the apartment ?</a:t>
              </a:r>
            </a:p>
          </p:txBody>
        </p:sp>
        <p:pic>
          <p:nvPicPr>
            <p:cNvPr id="99" name="Graphique 98" descr="Clé avec un remplissage uni">
              <a:extLst>
                <a:ext uri="{FF2B5EF4-FFF2-40B4-BE49-F238E27FC236}">
                  <a16:creationId xmlns:a16="http://schemas.microsoft.com/office/drawing/2014/main" id="{7EF9143D-47C9-1F48-A29C-DE7A83218A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 rot="5400000">
              <a:off x="627868" y="4073562"/>
              <a:ext cx="236387" cy="236387"/>
            </a:xfrm>
            <a:prstGeom prst="rect">
              <a:avLst/>
            </a:prstGeom>
          </p:spPr>
        </p:pic>
        <p:pic>
          <p:nvPicPr>
            <p:cNvPr id="100" name="Graphique 99" descr="Curseur avec un remplissage uni">
              <a:extLst>
                <a:ext uri="{FF2B5EF4-FFF2-40B4-BE49-F238E27FC236}">
                  <a16:creationId xmlns:a16="http://schemas.microsoft.com/office/drawing/2014/main" id="{BCF60427-20BF-A640-A1F9-01205F09035F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3378861" y="4034210"/>
              <a:ext cx="172538" cy="172538"/>
            </a:xfrm>
            <a:prstGeom prst="rect">
              <a:avLst/>
            </a:prstGeom>
          </p:spPr>
        </p:pic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39EE4D81-B002-D34E-A421-B9A64B0C50F7}"/>
                </a:ext>
              </a:extLst>
            </p:cNvPr>
            <p:cNvSpPr/>
            <p:nvPr/>
          </p:nvSpPr>
          <p:spPr>
            <a:xfrm>
              <a:off x="835005" y="7239648"/>
              <a:ext cx="2777564" cy="5058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accent1"/>
                </a:solidFill>
              </a:endParaRPr>
            </a:p>
          </p:txBody>
        </p:sp>
        <p:sp>
          <p:nvSpPr>
            <p:cNvPr id="102" name="ZoneTexte 101">
              <a:extLst>
                <a:ext uri="{FF2B5EF4-FFF2-40B4-BE49-F238E27FC236}">
                  <a16:creationId xmlns:a16="http://schemas.microsoft.com/office/drawing/2014/main" id="{D4E56410-D885-CD44-998D-3E2E71375EF0}"/>
                </a:ext>
              </a:extLst>
            </p:cNvPr>
            <p:cNvSpPr txBox="1"/>
            <p:nvPr/>
          </p:nvSpPr>
          <p:spPr>
            <a:xfrm>
              <a:off x="1185919" y="7290491"/>
              <a:ext cx="227592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100" b="1">
                  <a:solidFill>
                    <a:schemeClr val="accent1"/>
                  </a:solidFill>
                  <a:latin typeface="Strawford" pitchFamily="2" charset="77"/>
                  <a:hlinkClick r:id="rId25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Comment utiliser le chauffage ?</a:t>
              </a:r>
              <a:endParaRPr lang="fr-FR" sz="1100" b="1">
                <a:solidFill>
                  <a:schemeClr val="accent1"/>
                </a:solidFill>
                <a:latin typeface="Strawford" pitchFamily="2" charset="77"/>
              </a:endParaRPr>
            </a:p>
          </p:txBody>
        </p:sp>
        <p:sp>
          <p:nvSpPr>
            <p:cNvPr id="103" name="ZoneTexte 102">
              <a:extLst>
                <a:ext uri="{FF2B5EF4-FFF2-40B4-BE49-F238E27FC236}">
                  <a16:creationId xmlns:a16="http://schemas.microsoft.com/office/drawing/2014/main" id="{796BC04B-92D0-CA47-A337-8AA23D3F0605}"/>
                </a:ext>
              </a:extLst>
            </p:cNvPr>
            <p:cNvSpPr txBox="1"/>
            <p:nvPr/>
          </p:nvSpPr>
          <p:spPr>
            <a:xfrm>
              <a:off x="1185919" y="7454222"/>
              <a:ext cx="189091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>
                  <a:solidFill>
                    <a:schemeClr val="accent1"/>
                  </a:solidFill>
                  <a:latin typeface="Strawford" pitchFamily="2" charset="77"/>
                </a:rPr>
                <a:t>How to use the heater?</a:t>
              </a:r>
            </a:p>
          </p:txBody>
        </p:sp>
        <p:pic>
          <p:nvPicPr>
            <p:cNvPr id="104" name="Graphique 103" descr="Curseur avec un remplissage uni">
              <a:extLst>
                <a:ext uri="{FF2B5EF4-FFF2-40B4-BE49-F238E27FC236}">
                  <a16:creationId xmlns:a16="http://schemas.microsoft.com/office/drawing/2014/main" id="{186424E2-48C2-4348-9D8E-C22327AB02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3328575" y="7335027"/>
              <a:ext cx="172538" cy="172538"/>
            </a:xfrm>
            <a:prstGeom prst="rect">
              <a:avLst/>
            </a:prstGeom>
          </p:spPr>
        </p:pic>
        <p:pic>
          <p:nvPicPr>
            <p:cNvPr id="105" name="Graphique 104" descr="Température élevée avec un remplissage uni">
              <a:extLst>
                <a:ext uri="{FF2B5EF4-FFF2-40B4-BE49-F238E27FC236}">
                  <a16:creationId xmlns:a16="http://schemas.microsoft.com/office/drawing/2014/main" id="{0E54E7AB-F79E-BB46-B7A9-94F2377FF299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963653" y="7380678"/>
              <a:ext cx="222266" cy="222266"/>
            </a:xfrm>
            <a:prstGeom prst="rect">
              <a:avLst/>
            </a:prstGeom>
          </p:spPr>
        </p:pic>
        <p:pic>
          <p:nvPicPr>
            <p:cNvPr id="106" name="Image 105" descr="Une image contenant diagramme, croquis, Dessin technique, Plan&#10;&#10;Description générée automatiquement">
              <a:extLst>
                <a:ext uri="{FF2B5EF4-FFF2-40B4-BE49-F238E27FC236}">
                  <a16:creationId xmlns:a16="http://schemas.microsoft.com/office/drawing/2014/main" id="{8BD926AF-E855-834F-AD73-160200849AA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8"/>
            <a:srcRect t="3046"/>
            <a:stretch/>
          </p:blipFill>
          <p:spPr>
            <a:xfrm rot="16200000">
              <a:off x="3032213" y="4084670"/>
              <a:ext cx="5173154" cy="3034418"/>
            </a:xfrm>
            <a:prstGeom prst="rect">
              <a:avLst/>
            </a:prstGeom>
          </p:spPr>
        </p:pic>
        <p:cxnSp>
          <p:nvCxnSpPr>
            <p:cNvPr id="107" name="Connecteur droit avec flèche 106">
              <a:extLst>
                <a:ext uri="{FF2B5EF4-FFF2-40B4-BE49-F238E27FC236}">
                  <a16:creationId xmlns:a16="http://schemas.microsoft.com/office/drawing/2014/main" id="{4EF862A6-764A-E94D-AFB3-E29DE430A846}"/>
                </a:ext>
              </a:extLst>
            </p:cNvPr>
            <p:cNvCxnSpPr>
              <a:cxnSpLocks/>
            </p:cNvCxnSpPr>
            <p:nvPr/>
          </p:nvCxnSpPr>
          <p:spPr>
            <a:xfrm>
              <a:off x="3724840" y="4191756"/>
              <a:ext cx="293601" cy="0"/>
            </a:xfrm>
            <a:prstGeom prst="straightConnector1">
              <a:avLst/>
            </a:prstGeom>
            <a:ln w="22225">
              <a:solidFill>
                <a:schemeClr val="accent2">
                  <a:lumMod val="50000"/>
                  <a:lumOff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2B0255CE-2359-B244-9A37-F1C0AF6A7550}"/>
                </a:ext>
              </a:extLst>
            </p:cNvPr>
            <p:cNvSpPr/>
            <p:nvPr/>
          </p:nvSpPr>
          <p:spPr>
            <a:xfrm>
              <a:off x="441853" y="6557997"/>
              <a:ext cx="3172438" cy="5058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accent1"/>
                </a:solidFill>
              </a:endParaRPr>
            </a:p>
          </p:txBody>
        </p:sp>
        <p:sp>
          <p:nvSpPr>
            <p:cNvPr id="109" name="ZoneTexte 108">
              <a:extLst>
                <a:ext uri="{FF2B5EF4-FFF2-40B4-BE49-F238E27FC236}">
                  <a16:creationId xmlns:a16="http://schemas.microsoft.com/office/drawing/2014/main" id="{79E34131-1083-DE4C-8764-5C1044BE0961}"/>
                </a:ext>
              </a:extLst>
            </p:cNvPr>
            <p:cNvSpPr txBox="1"/>
            <p:nvPr/>
          </p:nvSpPr>
          <p:spPr>
            <a:xfrm>
              <a:off x="825945" y="6785097"/>
              <a:ext cx="254599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>
                  <a:solidFill>
                    <a:schemeClr val="accent1"/>
                  </a:solidFill>
                  <a:latin typeface="Strawford" pitchFamily="2" charset="77"/>
                </a:rPr>
                <a:t>How do I switch on my washing machine?</a:t>
              </a:r>
            </a:p>
          </p:txBody>
        </p:sp>
        <p:pic>
          <p:nvPicPr>
            <p:cNvPr id="110" name="Graphique 109" descr="Curseur avec un remplissage uni">
              <a:extLst>
                <a:ext uri="{FF2B5EF4-FFF2-40B4-BE49-F238E27FC236}">
                  <a16:creationId xmlns:a16="http://schemas.microsoft.com/office/drawing/2014/main" id="{BA414E0A-592F-C84F-BB96-D407176750F9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3369837" y="6665902"/>
              <a:ext cx="172538" cy="172538"/>
            </a:xfrm>
            <a:prstGeom prst="rect">
              <a:avLst/>
            </a:prstGeom>
          </p:spPr>
        </p:pic>
        <p:pic>
          <p:nvPicPr>
            <p:cNvPr id="111" name="Graphique 110" descr="Linge frais avec un remplissage uni">
              <a:extLst>
                <a:ext uri="{FF2B5EF4-FFF2-40B4-BE49-F238E27FC236}">
                  <a16:creationId xmlns:a16="http://schemas.microsoft.com/office/drawing/2014/main" id="{B288E7A4-DFBA-7B46-959F-E0CC007C7629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p:blipFill>
          <p:spPr>
            <a:xfrm>
              <a:off x="581060" y="6703393"/>
              <a:ext cx="234992" cy="234992"/>
            </a:xfrm>
            <a:prstGeom prst="rect">
              <a:avLst/>
            </a:prstGeom>
          </p:spPr>
        </p:pic>
        <p:sp>
          <p:nvSpPr>
            <p:cNvPr id="112" name="ZoneTexte 111">
              <a:extLst>
                <a:ext uri="{FF2B5EF4-FFF2-40B4-BE49-F238E27FC236}">
                  <a16:creationId xmlns:a16="http://schemas.microsoft.com/office/drawing/2014/main" id="{8162DCC2-5A56-4F4F-A28D-ED0DAE18F6F7}"/>
                </a:ext>
              </a:extLst>
            </p:cNvPr>
            <p:cNvSpPr txBox="1"/>
            <p:nvPr/>
          </p:nvSpPr>
          <p:spPr>
            <a:xfrm>
              <a:off x="825945" y="6588915"/>
              <a:ext cx="317243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100" b="1">
                  <a:solidFill>
                    <a:schemeClr val="accent1"/>
                  </a:solidFill>
                  <a:latin typeface="Strawford" pitchFamily="2" charset="77"/>
                  <a:hlinkClick r:id="rId31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Comment allumer la machine à laver ?</a:t>
              </a:r>
              <a:endParaRPr lang="fr-FR" sz="1100" b="1">
                <a:solidFill>
                  <a:schemeClr val="accent1"/>
                </a:solidFill>
                <a:latin typeface="Strawford" pitchFamily="2" charset="77"/>
              </a:endParaRPr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2F75AD2E-FF73-8342-BBDD-7384E142CA34}"/>
                </a:ext>
              </a:extLst>
            </p:cNvPr>
            <p:cNvSpPr/>
            <p:nvPr/>
          </p:nvSpPr>
          <p:spPr>
            <a:xfrm>
              <a:off x="951675" y="5254031"/>
              <a:ext cx="2655112" cy="5058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accent1"/>
                </a:solidFill>
              </a:endParaRPr>
            </a:p>
          </p:txBody>
        </p:sp>
        <p:sp>
          <p:nvSpPr>
            <p:cNvPr id="114" name="ZoneTexte 113">
              <a:extLst>
                <a:ext uri="{FF2B5EF4-FFF2-40B4-BE49-F238E27FC236}">
                  <a16:creationId xmlns:a16="http://schemas.microsoft.com/office/drawing/2014/main" id="{2622B773-51DF-2C41-BA0C-1BA8F5BA8B15}"/>
                </a:ext>
              </a:extLst>
            </p:cNvPr>
            <p:cNvSpPr txBox="1"/>
            <p:nvPr/>
          </p:nvSpPr>
          <p:spPr>
            <a:xfrm>
              <a:off x="1302589" y="5304874"/>
              <a:ext cx="225083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100" b="1">
                  <a:solidFill>
                    <a:schemeClr val="accent1"/>
                  </a:solidFill>
                  <a:latin typeface="Strawford" pitchFamily="2" charset="77"/>
                  <a:hlinkClick r:id="rId32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Comment allumer les plaques ?</a:t>
              </a:r>
              <a:endParaRPr lang="fr-FR" sz="1100" b="1">
                <a:solidFill>
                  <a:schemeClr val="accent1"/>
                </a:solidFill>
                <a:latin typeface="Strawford" pitchFamily="2" charset="77"/>
              </a:endParaRPr>
            </a:p>
          </p:txBody>
        </p:sp>
        <p:sp>
          <p:nvSpPr>
            <p:cNvPr id="115" name="ZoneTexte 114">
              <a:extLst>
                <a:ext uri="{FF2B5EF4-FFF2-40B4-BE49-F238E27FC236}">
                  <a16:creationId xmlns:a16="http://schemas.microsoft.com/office/drawing/2014/main" id="{5ED812FF-37F9-9D4A-9F25-1D197D35B356}"/>
                </a:ext>
              </a:extLst>
            </p:cNvPr>
            <p:cNvSpPr txBox="1"/>
            <p:nvPr/>
          </p:nvSpPr>
          <p:spPr>
            <a:xfrm>
              <a:off x="1302589" y="5468605"/>
              <a:ext cx="181080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>
                  <a:solidFill>
                    <a:schemeClr val="accent1"/>
                  </a:solidFill>
                  <a:latin typeface="Strawford" pitchFamily="2" charset="77"/>
                </a:rPr>
                <a:t>How do I light the plates?</a:t>
              </a:r>
            </a:p>
          </p:txBody>
        </p:sp>
        <p:pic>
          <p:nvPicPr>
            <p:cNvPr id="116" name="Graphique 115" descr="Curseur avec un remplissage uni">
              <a:extLst>
                <a:ext uri="{FF2B5EF4-FFF2-40B4-BE49-F238E27FC236}">
                  <a16:creationId xmlns:a16="http://schemas.microsoft.com/office/drawing/2014/main" id="{1B5795E9-B9FE-9A41-91DD-DE63F1EC9B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3389398" y="5349410"/>
              <a:ext cx="172538" cy="172538"/>
            </a:xfrm>
            <a:prstGeom prst="rect">
              <a:avLst/>
            </a:prstGeom>
          </p:spPr>
        </p:pic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32221BE5-EA41-6B4D-BAFA-57938036ABC6}"/>
                </a:ext>
              </a:extLst>
            </p:cNvPr>
            <p:cNvSpPr/>
            <p:nvPr/>
          </p:nvSpPr>
          <p:spPr>
            <a:xfrm>
              <a:off x="1087885" y="5345207"/>
              <a:ext cx="206330" cy="321002"/>
            </a:xfrm>
            <a:prstGeom prst="rect">
              <a:avLst/>
            </a:prstGeom>
            <a:noFill/>
            <a:ln w="6350">
              <a:solidFill>
                <a:schemeClr val="accent2">
                  <a:lumMod val="10000"/>
                  <a:lumOff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18" name="Ellipse 117">
              <a:extLst>
                <a:ext uri="{FF2B5EF4-FFF2-40B4-BE49-F238E27FC236}">
                  <a16:creationId xmlns:a16="http://schemas.microsoft.com/office/drawing/2014/main" id="{B1E4593C-8654-D841-9411-7D3DE27C4716}"/>
                </a:ext>
              </a:extLst>
            </p:cNvPr>
            <p:cNvSpPr/>
            <p:nvPr/>
          </p:nvSpPr>
          <p:spPr>
            <a:xfrm>
              <a:off x="1126556" y="5391899"/>
              <a:ext cx="76706" cy="76706"/>
            </a:xfrm>
            <a:prstGeom prst="ellipse">
              <a:avLst/>
            </a:prstGeom>
            <a:noFill/>
            <a:ln w="6350">
              <a:solidFill>
                <a:schemeClr val="accent2">
                  <a:lumMod val="10000"/>
                  <a:lumOff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19" name="Ellipse 118">
              <a:extLst>
                <a:ext uri="{FF2B5EF4-FFF2-40B4-BE49-F238E27FC236}">
                  <a16:creationId xmlns:a16="http://schemas.microsoft.com/office/drawing/2014/main" id="{EE75FDDA-E655-7F41-ACB1-FFF15E19B199}"/>
                </a:ext>
              </a:extLst>
            </p:cNvPr>
            <p:cNvSpPr/>
            <p:nvPr/>
          </p:nvSpPr>
          <p:spPr>
            <a:xfrm>
              <a:off x="1153789" y="5517788"/>
              <a:ext cx="112229" cy="112229"/>
            </a:xfrm>
            <a:prstGeom prst="ellipse">
              <a:avLst/>
            </a:prstGeom>
            <a:noFill/>
            <a:ln w="6350">
              <a:solidFill>
                <a:schemeClr val="accent2">
                  <a:lumMod val="10000"/>
                  <a:lumOff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A6C0F6E6-3934-8D4D-9DB4-88CDB8736E6F}"/>
                </a:ext>
              </a:extLst>
            </p:cNvPr>
            <p:cNvSpPr/>
            <p:nvPr/>
          </p:nvSpPr>
          <p:spPr>
            <a:xfrm>
              <a:off x="1191051" y="5893628"/>
              <a:ext cx="2413409" cy="5058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accent1"/>
                </a:solidFill>
              </a:endParaRPr>
            </a:p>
          </p:txBody>
        </p:sp>
        <p:sp>
          <p:nvSpPr>
            <p:cNvPr id="121" name="ZoneTexte 120">
              <a:extLst>
                <a:ext uri="{FF2B5EF4-FFF2-40B4-BE49-F238E27FC236}">
                  <a16:creationId xmlns:a16="http://schemas.microsoft.com/office/drawing/2014/main" id="{6BAABF16-9402-8B43-9B42-EC4AE2E2053F}"/>
                </a:ext>
              </a:extLst>
            </p:cNvPr>
            <p:cNvSpPr txBox="1"/>
            <p:nvPr/>
          </p:nvSpPr>
          <p:spPr>
            <a:xfrm>
              <a:off x="1541965" y="5944471"/>
              <a:ext cx="206249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100" b="1">
                  <a:solidFill>
                    <a:schemeClr val="accent1"/>
                  </a:solidFill>
                  <a:latin typeface="Strawford" pitchFamily="2" charset="77"/>
                  <a:hlinkClick r:id="rId3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Comment allumer le four ?</a:t>
              </a:r>
              <a:endParaRPr lang="fr-FR" sz="1100" b="1">
                <a:solidFill>
                  <a:schemeClr val="accent1"/>
                </a:solidFill>
                <a:latin typeface="Strawford" pitchFamily="2" charset="77"/>
              </a:endParaRPr>
            </a:p>
          </p:txBody>
        </p:sp>
        <p:sp>
          <p:nvSpPr>
            <p:cNvPr id="122" name="ZoneTexte 121">
              <a:extLst>
                <a:ext uri="{FF2B5EF4-FFF2-40B4-BE49-F238E27FC236}">
                  <a16:creationId xmlns:a16="http://schemas.microsoft.com/office/drawing/2014/main" id="{8A4982EE-C028-CE40-BB8C-D559072498FF}"/>
                </a:ext>
              </a:extLst>
            </p:cNvPr>
            <p:cNvSpPr txBox="1"/>
            <p:nvPr/>
          </p:nvSpPr>
          <p:spPr>
            <a:xfrm>
              <a:off x="1541965" y="6108202"/>
              <a:ext cx="181080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>
                  <a:solidFill>
                    <a:schemeClr val="accent1"/>
                  </a:solidFill>
                  <a:latin typeface="Strawford" pitchFamily="2" charset="77"/>
                </a:rPr>
                <a:t>How do I switch on the </a:t>
              </a:r>
              <a:r>
                <a:rPr lang="fr-FR" sz="900" err="1">
                  <a:solidFill>
                    <a:schemeClr val="accent1"/>
                  </a:solidFill>
                  <a:latin typeface="Strawford" pitchFamily="2" charset="77"/>
                </a:rPr>
                <a:t>oven</a:t>
              </a:r>
              <a:r>
                <a:rPr lang="fr-FR" sz="900">
                  <a:solidFill>
                    <a:schemeClr val="accent1"/>
                  </a:solidFill>
                  <a:latin typeface="Strawford" pitchFamily="2" charset="77"/>
                </a:rPr>
                <a:t>?</a:t>
              </a:r>
            </a:p>
          </p:txBody>
        </p:sp>
        <p:pic>
          <p:nvPicPr>
            <p:cNvPr id="123" name="Graphique 122" descr="Curseur avec un remplissage uni">
              <a:extLst>
                <a:ext uri="{FF2B5EF4-FFF2-40B4-BE49-F238E27FC236}">
                  <a16:creationId xmlns:a16="http://schemas.microsoft.com/office/drawing/2014/main" id="{6751896D-4909-1944-9130-4FBB80333CEE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3355815" y="5989007"/>
              <a:ext cx="172538" cy="172538"/>
            </a:xfrm>
            <a:prstGeom prst="rect">
              <a:avLst/>
            </a:prstGeom>
          </p:spPr>
        </p:pic>
        <p:pic>
          <p:nvPicPr>
            <p:cNvPr id="124" name="Graphique 123" descr="Feu de camp contour">
              <a:extLst>
                <a:ext uri="{FF2B5EF4-FFF2-40B4-BE49-F238E27FC236}">
                  <a16:creationId xmlns:a16="http://schemas.microsoft.com/office/drawing/2014/main" id="{43E5A023-7C95-CC4E-99D1-1B82A0E14B5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rcRect l="22430" r="25318" b="50000"/>
            <a:stretch/>
          </p:blipFill>
          <p:spPr>
            <a:xfrm>
              <a:off x="1306978" y="6019222"/>
              <a:ext cx="231908" cy="221910"/>
            </a:xfrm>
            <a:prstGeom prst="rect">
              <a:avLst/>
            </a:prstGeom>
          </p:spPr>
        </p:pic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78063C6B-FC5C-F64A-AD75-42E3449D08B0}"/>
                </a:ext>
              </a:extLst>
            </p:cNvPr>
            <p:cNvSpPr/>
            <p:nvPr/>
          </p:nvSpPr>
          <p:spPr>
            <a:xfrm>
              <a:off x="792563" y="4612186"/>
              <a:ext cx="2817957" cy="5058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accent1"/>
                </a:solidFill>
              </a:endParaRPr>
            </a:p>
          </p:txBody>
        </p:sp>
        <p:sp>
          <p:nvSpPr>
            <p:cNvPr id="126" name="ZoneTexte 125">
              <a:extLst>
                <a:ext uri="{FF2B5EF4-FFF2-40B4-BE49-F238E27FC236}">
                  <a16:creationId xmlns:a16="http://schemas.microsoft.com/office/drawing/2014/main" id="{6E9768FE-57F5-E64D-9675-0CAFFF0D017C}"/>
                </a:ext>
              </a:extLst>
            </p:cNvPr>
            <p:cNvSpPr txBox="1"/>
            <p:nvPr/>
          </p:nvSpPr>
          <p:spPr>
            <a:xfrm>
              <a:off x="1185919" y="4663029"/>
              <a:ext cx="259042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100" b="1">
                  <a:solidFill>
                    <a:schemeClr val="accent1"/>
                  </a:solidFill>
                  <a:latin typeface="Strawford" pitchFamily="2" charset="77"/>
                  <a:hlinkClick r:id="rId36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Comment allumer la télévision ?</a:t>
              </a:r>
              <a:endParaRPr lang="fr-FR" sz="1100" b="1">
                <a:solidFill>
                  <a:schemeClr val="accent1"/>
                </a:solidFill>
                <a:latin typeface="Strawford" pitchFamily="2" charset="77"/>
              </a:endParaRPr>
            </a:p>
          </p:txBody>
        </p:sp>
        <p:sp>
          <p:nvSpPr>
            <p:cNvPr id="127" name="ZoneTexte 126">
              <a:extLst>
                <a:ext uri="{FF2B5EF4-FFF2-40B4-BE49-F238E27FC236}">
                  <a16:creationId xmlns:a16="http://schemas.microsoft.com/office/drawing/2014/main" id="{BEB17ACA-20FF-8E40-ACD4-9BECE78A031C}"/>
                </a:ext>
              </a:extLst>
            </p:cNvPr>
            <p:cNvSpPr txBox="1"/>
            <p:nvPr/>
          </p:nvSpPr>
          <p:spPr>
            <a:xfrm>
              <a:off x="1185919" y="4826760"/>
              <a:ext cx="222605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>
                  <a:solidFill>
                    <a:schemeClr val="accent1"/>
                  </a:solidFill>
                  <a:latin typeface="Strawford" pitchFamily="2" charset="77"/>
                </a:rPr>
                <a:t>How do I switch on the </a:t>
              </a:r>
              <a:r>
                <a:rPr lang="fr-FR" sz="900" err="1">
                  <a:solidFill>
                    <a:schemeClr val="accent1"/>
                  </a:solidFill>
                  <a:latin typeface="Strawford" pitchFamily="2" charset="77"/>
                </a:rPr>
                <a:t>television</a:t>
              </a:r>
              <a:r>
                <a:rPr lang="fr-FR" sz="900">
                  <a:solidFill>
                    <a:schemeClr val="accent1"/>
                  </a:solidFill>
                  <a:latin typeface="Strawford" pitchFamily="2" charset="77"/>
                </a:rPr>
                <a:t>?</a:t>
              </a:r>
            </a:p>
          </p:txBody>
        </p:sp>
        <p:pic>
          <p:nvPicPr>
            <p:cNvPr id="128" name="Graphique 127" descr="Télévision avec un remplissage uni">
              <a:extLst>
                <a:ext uri="{FF2B5EF4-FFF2-40B4-BE49-F238E27FC236}">
                  <a16:creationId xmlns:a16="http://schemas.microsoft.com/office/drawing/2014/main" id="{B1803403-3388-D149-8294-84F04CE7EF63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/>
            </a:stretch>
          </p:blipFill>
          <p:spPr>
            <a:xfrm>
              <a:off x="903972" y="4733111"/>
              <a:ext cx="264000" cy="264000"/>
            </a:xfrm>
            <a:prstGeom prst="rect">
              <a:avLst/>
            </a:prstGeom>
          </p:spPr>
        </p:pic>
        <p:pic>
          <p:nvPicPr>
            <p:cNvPr id="129" name="Graphique 128" descr="Curseur avec un remplissage uni">
              <a:extLst>
                <a:ext uri="{FF2B5EF4-FFF2-40B4-BE49-F238E27FC236}">
                  <a16:creationId xmlns:a16="http://schemas.microsoft.com/office/drawing/2014/main" id="{3411DF8C-AD2B-4342-A183-20EC30491569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3375023" y="4711214"/>
              <a:ext cx="172538" cy="172538"/>
            </a:xfrm>
            <a:prstGeom prst="rect">
              <a:avLst/>
            </a:prstGeom>
          </p:spPr>
        </p:pic>
        <p:sp>
          <p:nvSpPr>
            <p:cNvPr id="130" name="Ellipse 129">
              <a:extLst>
                <a:ext uri="{FF2B5EF4-FFF2-40B4-BE49-F238E27FC236}">
                  <a16:creationId xmlns:a16="http://schemas.microsoft.com/office/drawing/2014/main" id="{54CC97A4-96CE-D14A-A95D-6FB4A1C596F2}"/>
                </a:ext>
              </a:extLst>
            </p:cNvPr>
            <p:cNvSpPr/>
            <p:nvPr/>
          </p:nvSpPr>
          <p:spPr>
            <a:xfrm>
              <a:off x="5962406" y="3158646"/>
              <a:ext cx="192658" cy="192658"/>
            </a:xfrm>
            <a:prstGeom prst="ellipse">
              <a:avLst/>
            </a:prstGeom>
            <a:solidFill>
              <a:schemeClr val="accent2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31" name="ZoneTexte 130">
              <a:extLst>
                <a:ext uri="{FF2B5EF4-FFF2-40B4-BE49-F238E27FC236}">
                  <a16:creationId xmlns:a16="http://schemas.microsoft.com/office/drawing/2014/main" id="{9E5DAC73-6A23-0D45-BD00-1E1EE78F934C}"/>
                </a:ext>
              </a:extLst>
            </p:cNvPr>
            <p:cNvSpPr txBox="1"/>
            <p:nvPr/>
          </p:nvSpPr>
          <p:spPr>
            <a:xfrm>
              <a:off x="5895344" y="3116576"/>
              <a:ext cx="32678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100" b="1">
                  <a:solidFill>
                    <a:schemeClr val="accent1"/>
                  </a:solidFill>
                  <a:latin typeface="Strawford" pitchFamily="2" charset="77"/>
                </a:rPr>
                <a:t>x</a:t>
              </a:r>
            </a:p>
          </p:txBody>
        </p:sp>
        <p:cxnSp>
          <p:nvCxnSpPr>
            <p:cNvPr id="132" name="Connecteur droit 131">
              <a:extLst>
                <a:ext uri="{FF2B5EF4-FFF2-40B4-BE49-F238E27FC236}">
                  <a16:creationId xmlns:a16="http://schemas.microsoft.com/office/drawing/2014/main" id="{B44E1926-CD25-CC44-BC3B-C42E33F52C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20413" y="3292990"/>
              <a:ext cx="2377167" cy="1418224"/>
            </a:xfrm>
            <a:prstGeom prst="line">
              <a:avLst/>
            </a:prstGeom>
            <a:ln w="12700">
              <a:solidFill>
                <a:schemeClr val="accent2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3" name="Ellipse 132">
              <a:extLst>
                <a:ext uri="{FF2B5EF4-FFF2-40B4-BE49-F238E27FC236}">
                  <a16:creationId xmlns:a16="http://schemas.microsoft.com/office/drawing/2014/main" id="{AB6F8997-B663-D14C-AA20-46FC7C021DB1}"/>
                </a:ext>
              </a:extLst>
            </p:cNvPr>
            <p:cNvSpPr/>
            <p:nvPr/>
          </p:nvSpPr>
          <p:spPr>
            <a:xfrm>
              <a:off x="4950755" y="4795017"/>
              <a:ext cx="192658" cy="192658"/>
            </a:xfrm>
            <a:prstGeom prst="ellipse">
              <a:avLst/>
            </a:prstGeom>
            <a:solidFill>
              <a:schemeClr val="accent2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34" name="ZoneTexte 133">
              <a:extLst>
                <a:ext uri="{FF2B5EF4-FFF2-40B4-BE49-F238E27FC236}">
                  <a16:creationId xmlns:a16="http://schemas.microsoft.com/office/drawing/2014/main" id="{15B238A2-2DA2-2E4D-907C-57E6FFF81FFA}"/>
                </a:ext>
              </a:extLst>
            </p:cNvPr>
            <p:cNvSpPr txBox="1"/>
            <p:nvPr/>
          </p:nvSpPr>
          <p:spPr>
            <a:xfrm>
              <a:off x="4883693" y="4752947"/>
              <a:ext cx="32678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100" b="1">
                  <a:solidFill>
                    <a:schemeClr val="accent1"/>
                  </a:solidFill>
                  <a:latin typeface="Strawford" pitchFamily="2" charset="77"/>
                </a:rPr>
                <a:t>x</a:t>
              </a:r>
            </a:p>
          </p:txBody>
        </p:sp>
        <p:sp>
          <p:nvSpPr>
            <p:cNvPr id="135" name="Ellipse 134">
              <a:extLst>
                <a:ext uri="{FF2B5EF4-FFF2-40B4-BE49-F238E27FC236}">
                  <a16:creationId xmlns:a16="http://schemas.microsoft.com/office/drawing/2014/main" id="{8A37E544-24F4-CE47-A422-75B7F4AC758C}"/>
                </a:ext>
              </a:extLst>
            </p:cNvPr>
            <p:cNvSpPr/>
            <p:nvPr/>
          </p:nvSpPr>
          <p:spPr>
            <a:xfrm>
              <a:off x="5331010" y="4968857"/>
              <a:ext cx="192658" cy="192658"/>
            </a:xfrm>
            <a:prstGeom prst="ellipse">
              <a:avLst/>
            </a:prstGeom>
            <a:solidFill>
              <a:schemeClr val="accent2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36" name="ZoneTexte 135">
              <a:extLst>
                <a:ext uri="{FF2B5EF4-FFF2-40B4-BE49-F238E27FC236}">
                  <a16:creationId xmlns:a16="http://schemas.microsoft.com/office/drawing/2014/main" id="{AF1D5841-2BD0-604D-B88F-C5AE6A901415}"/>
                </a:ext>
              </a:extLst>
            </p:cNvPr>
            <p:cNvSpPr txBox="1"/>
            <p:nvPr/>
          </p:nvSpPr>
          <p:spPr>
            <a:xfrm>
              <a:off x="5263948" y="4926787"/>
              <a:ext cx="32678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100" b="1">
                  <a:solidFill>
                    <a:schemeClr val="accent1"/>
                  </a:solidFill>
                  <a:latin typeface="Strawford" pitchFamily="2" charset="77"/>
                </a:rPr>
                <a:t>x</a:t>
              </a:r>
            </a:p>
          </p:txBody>
        </p:sp>
        <p:cxnSp>
          <p:nvCxnSpPr>
            <p:cNvPr id="137" name="Connecteur droit 136">
              <a:extLst>
                <a:ext uri="{FF2B5EF4-FFF2-40B4-BE49-F238E27FC236}">
                  <a16:creationId xmlns:a16="http://schemas.microsoft.com/office/drawing/2014/main" id="{AD2926E7-D66C-E542-8B70-ACA77A743A3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12149" y="4899473"/>
              <a:ext cx="1378328" cy="414887"/>
            </a:xfrm>
            <a:prstGeom prst="line">
              <a:avLst/>
            </a:prstGeom>
            <a:ln w="12700">
              <a:solidFill>
                <a:schemeClr val="accent2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Connecteur droit 137">
              <a:extLst>
                <a:ext uri="{FF2B5EF4-FFF2-40B4-BE49-F238E27FC236}">
                  <a16:creationId xmlns:a16="http://schemas.microsoft.com/office/drawing/2014/main" id="{BC629826-B236-E14A-931C-5EFB412A17B3}"/>
                </a:ext>
              </a:extLst>
            </p:cNvPr>
            <p:cNvCxnSpPr>
              <a:cxnSpLocks/>
              <a:endCxn id="121" idx="3"/>
            </p:cNvCxnSpPr>
            <p:nvPr/>
          </p:nvCxnSpPr>
          <p:spPr>
            <a:xfrm flipH="1">
              <a:off x="3604460" y="5057592"/>
              <a:ext cx="1747976" cy="1017684"/>
            </a:xfrm>
            <a:prstGeom prst="line">
              <a:avLst/>
            </a:prstGeom>
            <a:ln w="12700">
              <a:solidFill>
                <a:schemeClr val="accent2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9" name="Ellipse 138">
              <a:extLst>
                <a:ext uri="{FF2B5EF4-FFF2-40B4-BE49-F238E27FC236}">
                  <a16:creationId xmlns:a16="http://schemas.microsoft.com/office/drawing/2014/main" id="{0A876A64-9803-F24F-840F-4327F1D660D1}"/>
                </a:ext>
              </a:extLst>
            </p:cNvPr>
            <p:cNvSpPr/>
            <p:nvPr/>
          </p:nvSpPr>
          <p:spPr>
            <a:xfrm>
              <a:off x="6241816" y="5468605"/>
              <a:ext cx="192658" cy="192658"/>
            </a:xfrm>
            <a:prstGeom prst="ellipse">
              <a:avLst/>
            </a:prstGeom>
            <a:solidFill>
              <a:schemeClr val="accent2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40" name="ZoneTexte 139">
              <a:extLst>
                <a:ext uri="{FF2B5EF4-FFF2-40B4-BE49-F238E27FC236}">
                  <a16:creationId xmlns:a16="http://schemas.microsoft.com/office/drawing/2014/main" id="{D2C2DE04-F103-5342-88CB-1A627DC0A966}"/>
                </a:ext>
              </a:extLst>
            </p:cNvPr>
            <p:cNvSpPr txBox="1"/>
            <p:nvPr/>
          </p:nvSpPr>
          <p:spPr>
            <a:xfrm>
              <a:off x="6174754" y="5426535"/>
              <a:ext cx="32678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100" b="1">
                  <a:solidFill>
                    <a:schemeClr val="accent1"/>
                  </a:solidFill>
                  <a:latin typeface="Strawford" pitchFamily="2" charset="77"/>
                </a:rPr>
                <a:t>x</a:t>
              </a:r>
            </a:p>
          </p:txBody>
        </p:sp>
        <p:cxnSp>
          <p:nvCxnSpPr>
            <p:cNvPr id="141" name="Connecteur droit 140">
              <a:extLst>
                <a:ext uri="{FF2B5EF4-FFF2-40B4-BE49-F238E27FC236}">
                  <a16:creationId xmlns:a16="http://schemas.microsoft.com/office/drawing/2014/main" id="{DE33B96E-A08D-C040-A60D-DB20FE93CF7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22665" y="5590009"/>
              <a:ext cx="2648096" cy="1082664"/>
            </a:xfrm>
            <a:prstGeom prst="line">
              <a:avLst/>
            </a:prstGeom>
            <a:ln w="12700">
              <a:solidFill>
                <a:schemeClr val="accent2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Ellipse 141">
              <a:extLst>
                <a:ext uri="{FF2B5EF4-FFF2-40B4-BE49-F238E27FC236}">
                  <a16:creationId xmlns:a16="http://schemas.microsoft.com/office/drawing/2014/main" id="{AD58FA52-30B8-E646-9B11-BB413D1BF08C}"/>
                </a:ext>
              </a:extLst>
            </p:cNvPr>
            <p:cNvSpPr/>
            <p:nvPr/>
          </p:nvSpPr>
          <p:spPr>
            <a:xfrm>
              <a:off x="5138352" y="7944879"/>
              <a:ext cx="192658" cy="192658"/>
            </a:xfrm>
            <a:prstGeom prst="ellipse">
              <a:avLst/>
            </a:prstGeom>
            <a:solidFill>
              <a:schemeClr val="accent2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43" name="ZoneTexte 142">
              <a:extLst>
                <a:ext uri="{FF2B5EF4-FFF2-40B4-BE49-F238E27FC236}">
                  <a16:creationId xmlns:a16="http://schemas.microsoft.com/office/drawing/2014/main" id="{9E8A5706-585D-7D47-B12F-12FF2A51B92A}"/>
                </a:ext>
              </a:extLst>
            </p:cNvPr>
            <p:cNvSpPr txBox="1"/>
            <p:nvPr/>
          </p:nvSpPr>
          <p:spPr>
            <a:xfrm>
              <a:off x="5071290" y="7902809"/>
              <a:ext cx="32678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100" b="1">
                  <a:solidFill>
                    <a:schemeClr val="accent1"/>
                  </a:solidFill>
                  <a:latin typeface="Strawford" pitchFamily="2" charset="77"/>
                </a:rPr>
                <a:t>x</a:t>
              </a:r>
            </a:p>
          </p:txBody>
        </p:sp>
        <p:cxnSp>
          <p:nvCxnSpPr>
            <p:cNvPr id="144" name="Connecteur droit 143">
              <a:extLst>
                <a:ext uri="{FF2B5EF4-FFF2-40B4-BE49-F238E27FC236}">
                  <a16:creationId xmlns:a16="http://schemas.microsoft.com/office/drawing/2014/main" id="{9C222FA9-8AC4-8241-BA48-E68A935C783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28447" y="7660565"/>
              <a:ext cx="1574045" cy="380643"/>
            </a:xfrm>
            <a:prstGeom prst="line">
              <a:avLst/>
            </a:prstGeom>
            <a:ln w="12700">
              <a:solidFill>
                <a:schemeClr val="accent2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ZoneTexte 144">
              <a:extLst>
                <a:ext uri="{FF2B5EF4-FFF2-40B4-BE49-F238E27FC236}">
                  <a16:creationId xmlns:a16="http://schemas.microsoft.com/office/drawing/2014/main" id="{61CBAE15-AF9B-DD48-A331-34F80B9888F0}"/>
                </a:ext>
              </a:extLst>
            </p:cNvPr>
            <p:cNvSpPr txBox="1"/>
            <p:nvPr/>
          </p:nvSpPr>
          <p:spPr>
            <a:xfrm>
              <a:off x="758350" y="3093209"/>
              <a:ext cx="2846110" cy="60016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fr-FR" sz="1100">
                  <a:solidFill>
                    <a:schemeClr val="accent2"/>
                  </a:solidFill>
                  <a:latin typeface="Strawford" pitchFamily="2" charset="77"/>
                </a:rPr>
                <a:t>Pour retrouver le mode d’emploi de chaque équipement de l’appartement, vous retrouverez les vidéos ci-après :</a:t>
              </a:r>
            </a:p>
          </p:txBody>
        </p:sp>
        <p:cxnSp>
          <p:nvCxnSpPr>
            <p:cNvPr id="146" name="Connecteur droit 145">
              <a:extLst>
                <a:ext uri="{FF2B5EF4-FFF2-40B4-BE49-F238E27FC236}">
                  <a16:creationId xmlns:a16="http://schemas.microsoft.com/office/drawing/2014/main" id="{97F38F08-7C12-A046-8406-7120573CCB0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19615" y="3582480"/>
              <a:ext cx="3239648" cy="4078085"/>
            </a:xfrm>
            <a:prstGeom prst="line">
              <a:avLst/>
            </a:prstGeom>
            <a:ln w="12700">
              <a:solidFill>
                <a:schemeClr val="accent2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7" name="Ellipse 146">
              <a:extLst>
                <a:ext uri="{FF2B5EF4-FFF2-40B4-BE49-F238E27FC236}">
                  <a16:creationId xmlns:a16="http://schemas.microsoft.com/office/drawing/2014/main" id="{90478CC2-D1A8-D34F-AAA1-0D5470AB0AB9}"/>
                </a:ext>
              </a:extLst>
            </p:cNvPr>
            <p:cNvSpPr/>
            <p:nvPr/>
          </p:nvSpPr>
          <p:spPr>
            <a:xfrm>
              <a:off x="6762934" y="3518803"/>
              <a:ext cx="192658" cy="192658"/>
            </a:xfrm>
            <a:prstGeom prst="ellipse">
              <a:avLst/>
            </a:prstGeom>
            <a:solidFill>
              <a:schemeClr val="accent2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48" name="ZoneTexte 147">
              <a:extLst>
                <a:ext uri="{FF2B5EF4-FFF2-40B4-BE49-F238E27FC236}">
                  <a16:creationId xmlns:a16="http://schemas.microsoft.com/office/drawing/2014/main" id="{AC6B78DA-4F80-5448-A9D5-AF7D942D5CCD}"/>
                </a:ext>
              </a:extLst>
            </p:cNvPr>
            <p:cNvSpPr txBox="1"/>
            <p:nvPr/>
          </p:nvSpPr>
          <p:spPr>
            <a:xfrm>
              <a:off x="6695872" y="3476733"/>
              <a:ext cx="32678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100" b="1">
                  <a:solidFill>
                    <a:schemeClr val="accent1"/>
                  </a:solidFill>
                  <a:latin typeface="Strawford" pitchFamily="2" charset="77"/>
                </a:rPr>
                <a:t>x</a:t>
              </a:r>
            </a:p>
          </p:txBody>
        </p:sp>
      </p:grpSp>
      <p:sp>
        <p:nvSpPr>
          <p:cNvPr id="149" name="Rectangle 148">
            <a:extLst>
              <a:ext uri="{FF2B5EF4-FFF2-40B4-BE49-F238E27FC236}">
                <a16:creationId xmlns:a16="http://schemas.microsoft.com/office/drawing/2014/main" id="{99640C80-8DD3-7347-8A6F-B2F635972FC3}"/>
              </a:ext>
            </a:extLst>
          </p:cNvPr>
          <p:cNvSpPr/>
          <p:nvPr/>
        </p:nvSpPr>
        <p:spPr>
          <a:xfrm>
            <a:off x="468688" y="8159572"/>
            <a:ext cx="3128414" cy="5058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1"/>
              </a:solidFill>
            </a:endParaRP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36AC3A5D-F6F2-9248-813B-9769A1353A41}"/>
              </a:ext>
            </a:extLst>
          </p:cNvPr>
          <p:cNvSpPr txBox="1"/>
          <p:nvPr/>
        </p:nvSpPr>
        <p:spPr>
          <a:xfrm>
            <a:off x="819602" y="8210415"/>
            <a:ext cx="263487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b="1">
                <a:solidFill>
                  <a:schemeClr val="accent1"/>
                </a:solidFill>
                <a:latin typeface="Strawford" pitchFamily="2" charset="77"/>
                <a:hlinkClick r:id="rId3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Comment accéder au local poubelle ?</a:t>
            </a:r>
            <a:endParaRPr lang="fr-FR" sz="1100" b="1">
              <a:solidFill>
                <a:schemeClr val="accent1"/>
              </a:solidFill>
              <a:latin typeface="Strawford" pitchFamily="2" charset="77"/>
            </a:endParaRPr>
          </a:p>
        </p:txBody>
      </p:sp>
      <p:sp>
        <p:nvSpPr>
          <p:cNvPr id="151" name="ZoneTexte 150">
            <a:extLst>
              <a:ext uri="{FF2B5EF4-FFF2-40B4-BE49-F238E27FC236}">
                <a16:creationId xmlns:a16="http://schemas.microsoft.com/office/drawing/2014/main" id="{D6418BFE-5566-764A-87E1-2A43CCA3E152}"/>
              </a:ext>
            </a:extLst>
          </p:cNvPr>
          <p:cNvSpPr txBox="1"/>
          <p:nvPr/>
        </p:nvSpPr>
        <p:spPr>
          <a:xfrm>
            <a:off x="819602" y="8374146"/>
            <a:ext cx="26348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>
                <a:solidFill>
                  <a:schemeClr val="accent1"/>
                </a:solidFill>
                <a:latin typeface="Strawford" pitchFamily="2" charset="77"/>
              </a:rPr>
              <a:t>How do I get to the garbage room?</a:t>
            </a:r>
          </a:p>
        </p:txBody>
      </p:sp>
      <p:pic>
        <p:nvPicPr>
          <p:cNvPr id="152" name="Graphique 151" descr="Curseur avec un remplissage uni">
            <a:extLst>
              <a:ext uri="{FF2B5EF4-FFF2-40B4-BE49-F238E27FC236}">
                <a16:creationId xmlns:a16="http://schemas.microsoft.com/office/drawing/2014/main" id="{DDB5F1B4-EE94-9049-AE1D-45C0FFFFCC06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3347267" y="8254951"/>
            <a:ext cx="172538" cy="172538"/>
          </a:xfrm>
          <a:prstGeom prst="rect">
            <a:avLst/>
          </a:prstGeom>
        </p:spPr>
      </p:pic>
      <p:pic>
        <p:nvPicPr>
          <p:cNvPr id="153" name="Graphique 152" descr="Dépôt d’ordures interdit avec un remplissage uni">
            <a:extLst>
              <a:ext uri="{FF2B5EF4-FFF2-40B4-BE49-F238E27FC236}">
                <a16:creationId xmlns:a16="http://schemas.microsoft.com/office/drawing/2014/main" id="{75D36698-BB1A-F346-8961-C1C66B8132C6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570697" y="8288044"/>
            <a:ext cx="248905" cy="248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202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Une image contenant Police, Graphique, logo, texte&#10;&#10;Description générée automatiquement">
            <a:extLst>
              <a:ext uri="{FF2B5EF4-FFF2-40B4-BE49-F238E27FC236}">
                <a16:creationId xmlns:a16="http://schemas.microsoft.com/office/drawing/2014/main" id="{3C5385F7-B305-E04B-BFEE-A1EAB0FF67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7199" y="9635723"/>
            <a:ext cx="1145276" cy="386460"/>
          </a:xfrm>
          <a:prstGeom prst="rect">
            <a:avLst/>
          </a:prstGeom>
        </p:spPr>
      </p:pic>
      <p:sp>
        <p:nvSpPr>
          <p:cNvPr id="20" name="ZoneTexte 19">
            <a:extLst>
              <a:ext uri="{FF2B5EF4-FFF2-40B4-BE49-F238E27FC236}">
                <a16:creationId xmlns:a16="http://schemas.microsoft.com/office/drawing/2014/main" id="{5965591A-5250-F74A-96BE-C83EA1C1EBC8}"/>
              </a:ext>
            </a:extLst>
          </p:cNvPr>
          <p:cNvSpPr txBox="1"/>
          <p:nvPr/>
        </p:nvSpPr>
        <p:spPr>
          <a:xfrm>
            <a:off x="2568847" y="1370500"/>
            <a:ext cx="242197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fr-FR" sz="3200" b="1">
                <a:solidFill>
                  <a:schemeClr val="accent1"/>
                </a:solidFill>
                <a:latin typeface="Strawford" pitchFamily="2" charset="77"/>
                <a:cs typeface="Poppins Thin" pitchFamily="2" charset="77"/>
              </a:rPr>
              <a:t>House rules</a:t>
            </a:r>
            <a:endParaRPr lang="fr-FR" sz="1600">
              <a:solidFill>
                <a:schemeClr val="accent1"/>
              </a:solidFill>
              <a:latin typeface="Poppins Light" pitchFamily="2" charset="77"/>
              <a:cs typeface="Poppins Light" pitchFamily="2" charset="77"/>
            </a:endParaRP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AA2A3C19-AA52-7641-8AA3-E056B33207BD}"/>
              </a:ext>
            </a:extLst>
          </p:cNvPr>
          <p:cNvSpPr txBox="1"/>
          <p:nvPr/>
        </p:nvSpPr>
        <p:spPr>
          <a:xfrm>
            <a:off x="0" y="10180701"/>
            <a:ext cx="75596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>
                <a:solidFill>
                  <a:schemeClr val="accent1"/>
                </a:solidFill>
                <a:latin typeface="Poppins Thin" pitchFamily="2" charset="77"/>
                <a:cs typeface="Poppins Thin" pitchFamily="2" charset="77"/>
              </a:rPr>
              <a:t>10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3A76A0E1-72D0-3B47-8A98-22D3895E0122}"/>
              </a:ext>
            </a:extLst>
          </p:cNvPr>
          <p:cNvSpPr txBox="1"/>
          <p:nvPr/>
        </p:nvSpPr>
        <p:spPr>
          <a:xfrm>
            <a:off x="-1244184" y="834527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36B99778-DE91-7F4E-A31E-4AE72EB0FDB9}"/>
              </a:ext>
            </a:extLst>
          </p:cNvPr>
          <p:cNvSpPr txBox="1"/>
          <p:nvPr/>
        </p:nvSpPr>
        <p:spPr>
          <a:xfrm>
            <a:off x="584723" y="2398664"/>
            <a:ext cx="6505106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400" b="1">
                <a:solidFill>
                  <a:schemeClr val="accent1"/>
                </a:solidFill>
                <a:latin typeface="Poppins" pitchFamily="2" charset="77"/>
                <a:cs typeface="Poppins" pitchFamily="2" charset="77"/>
              </a:rPr>
              <a:t>À faire systématiquement :</a:t>
            </a:r>
            <a:endParaRPr lang="fr-FR" sz="1100">
              <a:solidFill>
                <a:schemeClr val="accent1"/>
              </a:solidFill>
              <a:latin typeface="Poppins Light" pitchFamily="2" charset="77"/>
              <a:cs typeface="Poppins Light" pitchFamily="2" charset="77"/>
            </a:endParaRPr>
          </a:p>
        </p:txBody>
      </p:sp>
      <p:pic>
        <p:nvPicPr>
          <p:cNvPr id="25" name="Graphique 24" descr="Thermomètre avec un remplissage uni">
            <a:extLst>
              <a:ext uri="{FF2B5EF4-FFF2-40B4-BE49-F238E27FC236}">
                <a16:creationId xmlns:a16="http://schemas.microsoft.com/office/drawing/2014/main" id="{4DBDE3B0-D1EB-AB44-B0FA-79A9D3BBEF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3428" y="2927574"/>
            <a:ext cx="606812" cy="606812"/>
          </a:xfrm>
          <a:prstGeom prst="rect">
            <a:avLst/>
          </a:prstGeom>
        </p:spPr>
      </p:pic>
      <p:sp>
        <p:nvSpPr>
          <p:cNvPr id="26" name="ZoneTexte 25">
            <a:extLst>
              <a:ext uri="{FF2B5EF4-FFF2-40B4-BE49-F238E27FC236}">
                <a16:creationId xmlns:a16="http://schemas.microsoft.com/office/drawing/2014/main" id="{650927F2-0F33-614A-BB04-0441C36028FF}"/>
              </a:ext>
            </a:extLst>
          </p:cNvPr>
          <p:cNvSpPr txBox="1"/>
          <p:nvPr/>
        </p:nvSpPr>
        <p:spPr>
          <a:xfrm>
            <a:off x="598760" y="3637249"/>
            <a:ext cx="12561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>
                <a:solidFill>
                  <a:schemeClr val="accent1"/>
                </a:solidFill>
                <a:latin typeface="Poppins SemiBold" pitchFamily="2" charset="77"/>
                <a:cs typeface="Poppins SemiBold" pitchFamily="2" charset="77"/>
              </a:rPr>
              <a:t>Éteindre le chauffage</a:t>
            </a:r>
            <a:endParaRPr lang="fr-FR" spc="-150">
              <a:solidFill>
                <a:schemeClr val="accent1"/>
              </a:solidFill>
              <a:latin typeface="Poppins Light" pitchFamily="2" charset="77"/>
              <a:cs typeface="Poppins Light" pitchFamily="2" charset="77"/>
            </a:endParaRPr>
          </a:p>
        </p:txBody>
      </p:sp>
      <p:pic>
        <p:nvPicPr>
          <p:cNvPr id="29" name="Graphique 28" descr="Lampe avec un remplissage uni">
            <a:extLst>
              <a:ext uri="{FF2B5EF4-FFF2-40B4-BE49-F238E27FC236}">
                <a16:creationId xmlns:a16="http://schemas.microsoft.com/office/drawing/2014/main" id="{F65956E3-B816-0A4F-A99C-A1276528199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19625" y="2938117"/>
            <a:ext cx="606812" cy="606812"/>
          </a:xfrm>
          <a:prstGeom prst="rect">
            <a:avLst/>
          </a:prstGeom>
        </p:spPr>
      </p:pic>
      <p:sp>
        <p:nvSpPr>
          <p:cNvPr id="32" name="ZoneTexte 31">
            <a:extLst>
              <a:ext uri="{FF2B5EF4-FFF2-40B4-BE49-F238E27FC236}">
                <a16:creationId xmlns:a16="http://schemas.microsoft.com/office/drawing/2014/main" id="{07669EDD-25D4-784F-A159-290160EE2E6F}"/>
              </a:ext>
            </a:extLst>
          </p:cNvPr>
          <p:cNvSpPr txBox="1"/>
          <p:nvPr/>
        </p:nvSpPr>
        <p:spPr>
          <a:xfrm>
            <a:off x="2094957" y="3637249"/>
            <a:ext cx="1363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>
                <a:solidFill>
                  <a:schemeClr val="accent1"/>
                </a:solidFill>
                <a:latin typeface="Poppins SemiBold" pitchFamily="2" charset="77"/>
                <a:cs typeface="Poppins SemiBold" pitchFamily="2" charset="77"/>
              </a:rPr>
              <a:t>Éteindre toutes les lumières</a:t>
            </a:r>
            <a:endParaRPr lang="fr-FR" spc="-150">
              <a:solidFill>
                <a:schemeClr val="accent1"/>
              </a:solidFill>
              <a:latin typeface="Poppins Light" pitchFamily="2" charset="77"/>
              <a:cs typeface="Poppins Light" pitchFamily="2" charset="77"/>
            </a:endParaRPr>
          </a:p>
        </p:txBody>
      </p:sp>
      <p:pic>
        <p:nvPicPr>
          <p:cNvPr id="37" name="Graphique 36" descr="Venteux avec un remplissage uni">
            <a:extLst>
              <a:ext uri="{FF2B5EF4-FFF2-40B4-BE49-F238E27FC236}">
                <a16:creationId xmlns:a16="http://schemas.microsoft.com/office/drawing/2014/main" id="{74C186BD-6A26-2141-A13D-0B1292DB07D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049069" y="2842683"/>
            <a:ext cx="776594" cy="776594"/>
          </a:xfrm>
          <a:prstGeom prst="rect">
            <a:avLst/>
          </a:prstGeom>
        </p:spPr>
      </p:pic>
      <p:sp>
        <p:nvSpPr>
          <p:cNvPr id="38" name="ZoneTexte 37">
            <a:extLst>
              <a:ext uri="{FF2B5EF4-FFF2-40B4-BE49-F238E27FC236}">
                <a16:creationId xmlns:a16="http://schemas.microsoft.com/office/drawing/2014/main" id="{D289B285-ABF5-2847-8236-A816B878CA6C}"/>
              </a:ext>
            </a:extLst>
          </p:cNvPr>
          <p:cNvSpPr txBox="1"/>
          <p:nvPr/>
        </p:nvSpPr>
        <p:spPr>
          <a:xfrm>
            <a:off x="3605399" y="3648790"/>
            <a:ext cx="1663934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>
                <a:solidFill>
                  <a:schemeClr val="accent1"/>
                </a:solidFill>
                <a:latin typeface="Poppins SemiBold" pitchFamily="2" charset="77"/>
                <a:cs typeface="Poppins SemiBold" pitchFamily="2" charset="77"/>
              </a:rPr>
              <a:t>Allumer la hotte </a:t>
            </a:r>
            <a:r>
              <a:rPr lang="fr-FR" sz="1000" b="1">
                <a:solidFill>
                  <a:schemeClr val="accent1"/>
                </a:solidFill>
                <a:latin typeface="Poppins SemiBold" pitchFamily="2" charset="77"/>
                <a:cs typeface="Poppins SemiBold" pitchFamily="2" charset="77"/>
              </a:rPr>
              <a:t>quand vous cuisinez</a:t>
            </a:r>
            <a:endParaRPr lang="fr-FR" spc="-150">
              <a:solidFill>
                <a:schemeClr val="accent1"/>
              </a:solidFill>
              <a:latin typeface="Poppins Light" pitchFamily="2" charset="77"/>
              <a:cs typeface="Poppins Light" pitchFamily="2" charset="77"/>
            </a:endParaRPr>
          </a:p>
        </p:txBody>
      </p:sp>
      <p:pic>
        <p:nvPicPr>
          <p:cNvPr id="41" name="Graphique 40" descr="Clé avec un remplissage uni">
            <a:extLst>
              <a:ext uri="{FF2B5EF4-FFF2-40B4-BE49-F238E27FC236}">
                <a16:creationId xmlns:a16="http://schemas.microsoft.com/office/drawing/2014/main" id="{DCC57EBD-C58E-4241-93EF-576B6A7E168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848295" y="2969767"/>
            <a:ext cx="546375" cy="546375"/>
          </a:xfrm>
          <a:prstGeom prst="rect">
            <a:avLst/>
          </a:prstGeom>
        </p:spPr>
      </p:pic>
      <p:sp>
        <p:nvSpPr>
          <p:cNvPr id="42" name="ZoneTexte 41">
            <a:extLst>
              <a:ext uri="{FF2B5EF4-FFF2-40B4-BE49-F238E27FC236}">
                <a16:creationId xmlns:a16="http://schemas.microsoft.com/office/drawing/2014/main" id="{83EF633C-3AC5-3F41-ADF6-4560E9DDAC02}"/>
              </a:ext>
            </a:extLst>
          </p:cNvPr>
          <p:cNvSpPr txBox="1"/>
          <p:nvPr/>
        </p:nvSpPr>
        <p:spPr>
          <a:xfrm>
            <a:off x="5269333" y="3637249"/>
            <a:ext cx="16639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>
                <a:solidFill>
                  <a:schemeClr val="accent1"/>
                </a:solidFill>
                <a:latin typeface="Poppins SemiBold" pitchFamily="2" charset="77"/>
                <a:cs typeface="Poppins SemiBold" pitchFamily="2" charset="77"/>
              </a:rPr>
              <a:t>Fermer la porte à clé à chaque sortie</a:t>
            </a:r>
            <a:endParaRPr lang="fr-FR" spc="-150">
              <a:solidFill>
                <a:schemeClr val="accent1"/>
              </a:solidFill>
              <a:latin typeface="Poppins Light" pitchFamily="2" charset="77"/>
              <a:cs typeface="Poppins Light" pitchFamily="2" charset="77"/>
            </a:endParaRP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DDE9AA90-7393-1744-9C0D-0A4B08A3F40F}"/>
              </a:ext>
            </a:extLst>
          </p:cNvPr>
          <p:cNvSpPr txBox="1"/>
          <p:nvPr/>
        </p:nvSpPr>
        <p:spPr>
          <a:xfrm>
            <a:off x="584723" y="4518260"/>
            <a:ext cx="6505106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400" b="1">
                <a:solidFill>
                  <a:schemeClr val="accent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fr-FR"/>
              <a:t>Interdictions :</a:t>
            </a:r>
          </a:p>
        </p:txBody>
      </p:sp>
      <p:pic>
        <p:nvPicPr>
          <p:cNvPr id="45" name="Graphique 44" descr="Interdiction de fumer avec un remplissage uni">
            <a:extLst>
              <a:ext uri="{FF2B5EF4-FFF2-40B4-BE49-F238E27FC236}">
                <a16:creationId xmlns:a16="http://schemas.microsoft.com/office/drawing/2014/main" id="{A3F38971-5FD3-4846-98A2-EB6651D483F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6266" y="5003863"/>
            <a:ext cx="758714" cy="758714"/>
          </a:xfrm>
          <a:prstGeom prst="rect">
            <a:avLst/>
          </a:prstGeom>
        </p:spPr>
      </p:pic>
      <p:sp>
        <p:nvSpPr>
          <p:cNvPr id="46" name="ZoneTexte 45">
            <a:extLst>
              <a:ext uri="{FF2B5EF4-FFF2-40B4-BE49-F238E27FC236}">
                <a16:creationId xmlns:a16="http://schemas.microsoft.com/office/drawing/2014/main" id="{1E9ED042-D5BF-F744-BD74-ED5DE60BF3FA}"/>
              </a:ext>
            </a:extLst>
          </p:cNvPr>
          <p:cNvSpPr txBox="1"/>
          <p:nvPr/>
        </p:nvSpPr>
        <p:spPr>
          <a:xfrm>
            <a:off x="1524009" y="5130170"/>
            <a:ext cx="28373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>
                <a:solidFill>
                  <a:schemeClr val="accent1"/>
                </a:solidFill>
                <a:latin typeface="Poppins SemiBold" pitchFamily="2" charset="77"/>
                <a:cs typeface="Poppins SemiBold" pitchFamily="2" charset="77"/>
              </a:rPr>
              <a:t>Ne pas fumer dans le logement </a:t>
            </a:r>
          </a:p>
          <a:p>
            <a:r>
              <a:rPr lang="fr-FR" sz="1200" b="1">
                <a:solidFill>
                  <a:schemeClr val="accent1"/>
                </a:solidFill>
                <a:latin typeface="Poppins SemiBold" pitchFamily="2" charset="77"/>
                <a:cs typeface="Poppins SemiBold" pitchFamily="2" charset="77"/>
              </a:rPr>
              <a:t>(ni à la fenêtre)</a:t>
            </a:r>
            <a:endParaRPr lang="fr-FR" spc="-150">
              <a:solidFill>
                <a:schemeClr val="accent1"/>
              </a:solidFill>
              <a:latin typeface="Poppins Light" pitchFamily="2" charset="77"/>
              <a:cs typeface="Poppins Light" pitchFamily="2" charset="77"/>
            </a:endParaRPr>
          </a:p>
        </p:txBody>
      </p:sp>
      <p:pic>
        <p:nvPicPr>
          <p:cNvPr id="48" name="Graphique 47" descr="Fourchette et couteau avec un remplissage uni">
            <a:extLst>
              <a:ext uri="{FF2B5EF4-FFF2-40B4-BE49-F238E27FC236}">
                <a16:creationId xmlns:a16="http://schemas.microsoft.com/office/drawing/2014/main" id="{0BD174E8-D957-194C-95AA-5E2DCF8246A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480350" y="5048525"/>
            <a:ext cx="669309" cy="669309"/>
          </a:xfrm>
          <a:prstGeom prst="rect">
            <a:avLst/>
          </a:prstGeom>
        </p:spPr>
      </p:pic>
      <p:sp>
        <p:nvSpPr>
          <p:cNvPr id="49" name="ZoneTexte 48">
            <a:extLst>
              <a:ext uri="{FF2B5EF4-FFF2-40B4-BE49-F238E27FC236}">
                <a16:creationId xmlns:a16="http://schemas.microsoft.com/office/drawing/2014/main" id="{1F4FA68E-DCF9-B94A-A0EB-793B015CA8FD}"/>
              </a:ext>
            </a:extLst>
          </p:cNvPr>
          <p:cNvSpPr txBox="1"/>
          <p:nvPr/>
        </p:nvSpPr>
        <p:spPr>
          <a:xfrm>
            <a:off x="5268799" y="5130170"/>
            <a:ext cx="16276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>
                <a:solidFill>
                  <a:schemeClr val="accent1"/>
                </a:solidFill>
                <a:latin typeface="Poppins SemiBold" pitchFamily="2" charset="77"/>
                <a:cs typeface="Poppins SemiBold" pitchFamily="2" charset="77"/>
              </a:rPr>
              <a:t>Ne pas manger dans les lits</a:t>
            </a: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32364401-2199-B74C-96FD-2A8104508E0F}"/>
              </a:ext>
            </a:extLst>
          </p:cNvPr>
          <p:cNvSpPr txBox="1"/>
          <p:nvPr/>
        </p:nvSpPr>
        <p:spPr>
          <a:xfrm>
            <a:off x="584722" y="6089453"/>
            <a:ext cx="6505106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400" b="1">
                <a:solidFill>
                  <a:schemeClr val="accent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fr-FR"/>
              <a:t>À faire avant de partir :</a:t>
            </a:r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DDD50A51-D9CD-BF40-8AEC-64B83D043620}"/>
              </a:ext>
            </a:extLst>
          </p:cNvPr>
          <p:cNvSpPr txBox="1"/>
          <p:nvPr/>
        </p:nvSpPr>
        <p:spPr>
          <a:xfrm>
            <a:off x="887688" y="7263659"/>
            <a:ext cx="19344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>
                <a:solidFill>
                  <a:schemeClr val="accent1"/>
                </a:solidFill>
                <a:latin typeface="Poppins SemiBold" pitchFamily="2" charset="77"/>
                <a:cs typeface="Poppins SemiBold" pitchFamily="2" charset="77"/>
              </a:rPr>
              <a:t>Faire la vaisselle &amp;</a:t>
            </a:r>
          </a:p>
          <a:p>
            <a:pPr algn="ctr"/>
            <a:r>
              <a:rPr lang="fr-FR" sz="1200" b="1">
                <a:solidFill>
                  <a:schemeClr val="accent1"/>
                </a:solidFill>
                <a:latin typeface="Poppins SemiBold" pitchFamily="2" charset="77"/>
                <a:cs typeface="Poppins SemiBold" pitchFamily="2" charset="77"/>
              </a:rPr>
              <a:t>vider le lave-vaisselle</a:t>
            </a:r>
            <a:endParaRPr lang="fr-FR" spc="-150">
              <a:solidFill>
                <a:schemeClr val="accent1"/>
              </a:solidFill>
              <a:latin typeface="Poppins Light" pitchFamily="2" charset="77"/>
              <a:cs typeface="Poppins Light" pitchFamily="2" charset="77"/>
            </a:endParaRPr>
          </a:p>
        </p:txBody>
      </p:sp>
      <p:sp>
        <p:nvSpPr>
          <p:cNvPr id="54" name="ZoneTexte 53">
            <a:extLst>
              <a:ext uri="{FF2B5EF4-FFF2-40B4-BE49-F238E27FC236}">
                <a16:creationId xmlns:a16="http://schemas.microsoft.com/office/drawing/2014/main" id="{A0894763-7879-ED41-AB8A-3016C60B2340}"/>
              </a:ext>
            </a:extLst>
          </p:cNvPr>
          <p:cNvSpPr txBox="1"/>
          <p:nvPr/>
        </p:nvSpPr>
        <p:spPr>
          <a:xfrm>
            <a:off x="3175456" y="7263659"/>
            <a:ext cx="14245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>
                <a:solidFill>
                  <a:schemeClr val="accent1"/>
                </a:solidFill>
                <a:latin typeface="Poppins SemiBold" pitchFamily="2" charset="77"/>
                <a:cs typeface="Poppins SemiBold" pitchFamily="2" charset="77"/>
              </a:rPr>
              <a:t>Sortir les poubelles</a:t>
            </a: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D5DF04A2-37A7-EF4D-B130-D7B608761C0E}"/>
              </a:ext>
            </a:extLst>
          </p:cNvPr>
          <p:cNvSpPr txBox="1"/>
          <p:nvPr/>
        </p:nvSpPr>
        <p:spPr>
          <a:xfrm>
            <a:off x="5085572" y="7263659"/>
            <a:ext cx="15183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>
                <a:solidFill>
                  <a:schemeClr val="accent1"/>
                </a:solidFill>
                <a:latin typeface="Poppins SemiBold" pitchFamily="2" charset="77"/>
                <a:cs typeface="Poppins SemiBold" pitchFamily="2" charset="77"/>
              </a:rPr>
              <a:t>Fermer les fenêtres</a:t>
            </a:r>
            <a:endParaRPr lang="fr-FR" spc="-150">
              <a:solidFill>
                <a:schemeClr val="accent1"/>
              </a:solidFill>
              <a:latin typeface="Poppins Light" pitchFamily="2" charset="77"/>
              <a:cs typeface="Poppins Light" pitchFamily="2" charset="77"/>
            </a:endParaRPr>
          </a:p>
        </p:txBody>
      </p:sp>
      <p:pic>
        <p:nvPicPr>
          <p:cNvPr id="58" name="Graphique 57" descr="Assiette avec un remplissage uni">
            <a:extLst>
              <a:ext uri="{FF2B5EF4-FFF2-40B4-BE49-F238E27FC236}">
                <a16:creationId xmlns:a16="http://schemas.microsoft.com/office/drawing/2014/main" id="{68EDCD98-1856-1C46-9381-F84F727FCBDB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397709" y="6418300"/>
            <a:ext cx="914400" cy="914400"/>
          </a:xfrm>
          <a:prstGeom prst="rect">
            <a:avLst/>
          </a:prstGeom>
        </p:spPr>
      </p:pic>
      <p:pic>
        <p:nvPicPr>
          <p:cNvPr id="59" name="Graphique 58" descr="Ordures avec un remplissage uni">
            <a:extLst>
              <a:ext uri="{FF2B5EF4-FFF2-40B4-BE49-F238E27FC236}">
                <a16:creationId xmlns:a16="http://schemas.microsoft.com/office/drawing/2014/main" id="{1BCA08CA-B8F7-0B4C-AA23-F12C7168BF62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613484" y="6581147"/>
            <a:ext cx="587752" cy="587752"/>
          </a:xfrm>
          <a:prstGeom prst="rect">
            <a:avLst/>
          </a:prstGeom>
        </p:spPr>
      </p:pic>
      <p:pic>
        <p:nvPicPr>
          <p:cNvPr id="60" name="Graphique 59" descr="Fenêtre avec un remplissage uni">
            <a:extLst>
              <a:ext uri="{FF2B5EF4-FFF2-40B4-BE49-F238E27FC236}">
                <a16:creationId xmlns:a16="http://schemas.microsoft.com/office/drawing/2014/main" id="{4D249C4C-38B1-D84C-806A-C94AAEC2E64E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554419" y="6599835"/>
            <a:ext cx="587752" cy="587752"/>
          </a:xfrm>
          <a:prstGeom prst="rect">
            <a:avLst/>
          </a:prstGeom>
        </p:spPr>
      </p:pic>
      <p:sp>
        <p:nvSpPr>
          <p:cNvPr id="61" name="ZoneTexte 60">
            <a:extLst>
              <a:ext uri="{FF2B5EF4-FFF2-40B4-BE49-F238E27FC236}">
                <a16:creationId xmlns:a16="http://schemas.microsoft.com/office/drawing/2014/main" id="{AFE400B7-A6EE-4845-A712-C445D9A0911C}"/>
              </a:ext>
            </a:extLst>
          </p:cNvPr>
          <p:cNvSpPr txBox="1"/>
          <p:nvPr/>
        </p:nvSpPr>
        <p:spPr>
          <a:xfrm>
            <a:off x="598760" y="8127295"/>
            <a:ext cx="6505106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400" b="1">
                <a:solidFill>
                  <a:schemeClr val="accent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fr-FR"/>
              <a:t>Et pour le bien-être de tous :</a:t>
            </a:r>
          </a:p>
        </p:txBody>
      </p:sp>
      <p:sp>
        <p:nvSpPr>
          <p:cNvPr id="62" name="ZoneTexte 61">
            <a:extLst>
              <a:ext uri="{FF2B5EF4-FFF2-40B4-BE49-F238E27FC236}">
                <a16:creationId xmlns:a16="http://schemas.microsoft.com/office/drawing/2014/main" id="{4FD10952-1FBD-6446-907F-968BAECFF157}"/>
              </a:ext>
            </a:extLst>
          </p:cNvPr>
          <p:cNvSpPr txBox="1"/>
          <p:nvPr/>
        </p:nvSpPr>
        <p:spPr>
          <a:xfrm>
            <a:off x="1518617" y="8652906"/>
            <a:ext cx="18895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b="1">
                <a:solidFill>
                  <a:schemeClr val="accent1"/>
                </a:solidFill>
                <a:latin typeface="Poppins SemiBold" pitchFamily="2" charset="77"/>
                <a:cs typeface="Poppins SemiBold" pitchFamily="2" charset="77"/>
              </a:rPr>
              <a:t>Respecter le calme après 22h</a:t>
            </a:r>
          </a:p>
        </p:txBody>
      </p:sp>
      <p:sp>
        <p:nvSpPr>
          <p:cNvPr id="64" name="ZoneTexte 63">
            <a:extLst>
              <a:ext uri="{FF2B5EF4-FFF2-40B4-BE49-F238E27FC236}">
                <a16:creationId xmlns:a16="http://schemas.microsoft.com/office/drawing/2014/main" id="{1D7DD352-99BC-B64F-87BB-9DDBB858F0CF}"/>
              </a:ext>
            </a:extLst>
          </p:cNvPr>
          <p:cNvSpPr txBox="1"/>
          <p:nvPr/>
        </p:nvSpPr>
        <p:spPr>
          <a:xfrm>
            <a:off x="4674931" y="8652906"/>
            <a:ext cx="23213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b="1">
                <a:solidFill>
                  <a:schemeClr val="accent1"/>
                </a:solidFill>
                <a:latin typeface="Poppins SemiBold" pitchFamily="2" charset="77"/>
                <a:cs typeface="Poppins SemiBold" pitchFamily="2" charset="77"/>
              </a:rPr>
              <a:t>Prévenir si un objet est cassé ou manquant</a:t>
            </a:r>
          </a:p>
        </p:txBody>
      </p:sp>
      <p:pic>
        <p:nvPicPr>
          <p:cNvPr id="66" name="Graphique 65" descr="Horloge avec un remplissage uni">
            <a:extLst>
              <a:ext uri="{FF2B5EF4-FFF2-40B4-BE49-F238E27FC236}">
                <a16:creationId xmlns:a16="http://schemas.microsoft.com/office/drawing/2014/main" id="{FF314014-B760-344A-A2A2-614382DF5113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818412" y="8680762"/>
            <a:ext cx="586568" cy="586568"/>
          </a:xfrm>
          <a:prstGeom prst="rect">
            <a:avLst/>
          </a:prstGeom>
        </p:spPr>
      </p:pic>
      <p:pic>
        <p:nvPicPr>
          <p:cNvPr id="67" name="Graphique 66" descr="Verre de lait cassé et renversé contour">
            <a:extLst>
              <a:ext uri="{FF2B5EF4-FFF2-40B4-BE49-F238E27FC236}">
                <a16:creationId xmlns:a16="http://schemas.microsoft.com/office/drawing/2014/main" id="{9D79C29D-5939-B844-9AD3-F9C3111DE45E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3953820" y="8689723"/>
            <a:ext cx="578753" cy="578753"/>
          </a:xfrm>
          <a:prstGeom prst="rect">
            <a:avLst/>
          </a:prstGeom>
        </p:spPr>
      </p:pic>
      <p:sp>
        <p:nvSpPr>
          <p:cNvPr id="69" name="Rectangle 68">
            <a:extLst>
              <a:ext uri="{FF2B5EF4-FFF2-40B4-BE49-F238E27FC236}">
                <a16:creationId xmlns:a16="http://schemas.microsoft.com/office/drawing/2014/main" id="{9CFE6893-6E5C-0241-BA92-F3C03DAE9585}"/>
              </a:ext>
            </a:extLst>
          </p:cNvPr>
          <p:cNvSpPr/>
          <p:nvPr/>
        </p:nvSpPr>
        <p:spPr>
          <a:xfrm>
            <a:off x="0" y="527659"/>
            <a:ext cx="7559675" cy="668103"/>
          </a:xfrm>
          <a:prstGeom prst="rect">
            <a:avLst/>
          </a:prstGeom>
          <a:solidFill>
            <a:schemeClr val="accent1">
              <a:alpha val="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43" name="Groupe 42">
            <a:extLst>
              <a:ext uri="{FF2B5EF4-FFF2-40B4-BE49-F238E27FC236}">
                <a16:creationId xmlns:a16="http://schemas.microsoft.com/office/drawing/2014/main" id="{B150541D-23E7-AE46-8F6D-C1665AEDF4AD}"/>
              </a:ext>
            </a:extLst>
          </p:cNvPr>
          <p:cNvGrpSpPr/>
          <p:nvPr/>
        </p:nvGrpSpPr>
        <p:grpSpPr>
          <a:xfrm>
            <a:off x="1002913" y="657723"/>
            <a:ext cx="5553847" cy="383976"/>
            <a:chOff x="1061819" y="638895"/>
            <a:chExt cx="5553847" cy="383976"/>
          </a:xfrm>
        </p:grpSpPr>
        <p:pic>
          <p:nvPicPr>
            <p:cNvPr id="47" name="Graphique 46" descr="Logement avec un remplissage uni">
              <a:hlinkClick r:id="rId25" action="ppaction://hlinksldjump"/>
              <a:extLst>
                <a:ext uri="{FF2B5EF4-FFF2-40B4-BE49-F238E27FC236}">
                  <a16:creationId xmlns:a16="http://schemas.microsoft.com/office/drawing/2014/main" id="{EC7753E7-1110-1B4C-B813-F0D069F2FA4A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1061819" y="638895"/>
              <a:ext cx="383976" cy="383976"/>
            </a:xfrm>
            <a:prstGeom prst="rect">
              <a:avLst/>
            </a:prstGeom>
          </p:spPr>
        </p:pic>
        <p:pic>
          <p:nvPicPr>
            <p:cNvPr id="50" name="Graphique 49" descr="Clé avec un remplissage uni">
              <a:hlinkClick r:id="rId28" action="ppaction://hlinksldjump"/>
              <a:extLst>
                <a:ext uri="{FF2B5EF4-FFF2-40B4-BE49-F238E27FC236}">
                  <a16:creationId xmlns:a16="http://schemas.microsoft.com/office/drawing/2014/main" id="{D4BD626F-250D-0F49-AB43-CF3A3668D53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2104873" y="638895"/>
              <a:ext cx="383976" cy="383976"/>
            </a:xfrm>
            <a:prstGeom prst="rect">
              <a:avLst/>
            </a:prstGeom>
          </p:spPr>
        </p:pic>
        <p:pic>
          <p:nvPicPr>
            <p:cNvPr id="53" name="Graphique 52" descr="Sans fil avec un remplissage uni">
              <a:hlinkClick r:id="rId29" action="ppaction://hlinksldjump"/>
              <a:extLst>
                <a:ext uri="{FF2B5EF4-FFF2-40B4-BE49-F238E27FC236}">
                  <a16:creationId xmlns:a16="http://schemas.microsoft.com/office/drawing/2014/main" id="{A76D57EA-E6B1-D64E-AC30-64F973FC50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4160487" y="638895"/>
              <a:ext cx="383976" cy="383976"/>
            </a:xfrm>
            <a:prstGeom prst="rect">
              <a:avLst/>
            </a:prstGeom>
          </p:spPr>
        </p:pic>
        <p:pic>
          <p:nvPicPr>
            <p:cNvPr id="55" name="Graphique 54" descr="Liste de contrôle avec un remplissage uni">
              <a:hlinkClick r:id="rId32" action="ppaction://hlinksldjump"/>
              <a:extLst>
                <a:ext uri="{FF2B5EF4-FFF2-40B4-BE49-F238E27FC236}">
                  <a16:creationId xmlns:a16="http://schemas.microsoft.com/office/drawing/2014/main" id="{3DEE4EF4-A6E6-F044-B3C7-D23421495C00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p:blipFill>
          <p:spPr>
            <a:xfrm>
              <a:off x="6231690" y="638895"/>
              <a:ext cx="383976" cy="383976"/>
            </a:xfrm>
            <a:prstGeom prst="rect">
              <a:avLst/>
            </a:prstGeom>
          </p:spPr>
        </p:pic>
        <p:pic>
          <p:nvPicPr>
            <p:cNvPr id="57" name="Graphique 56" descr="Porte ouverte avec un remplissage uni">
              <a:hlinkClick r:id="rId35" action="ppaction://hlinksldjump"/>
              <a:extLst>
                <a:ext uri="{FF2B5EF4-FFF2-40B4-BE49-F238E27FC236}">
                  <a16:creationId xmlns:a16="http://schemas.microsoft.com/office/drawing/2014/main" id="{CED5672B-EEBC-734E-80C7-BAB772B223DA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3147927" y="654142"/>
              <a:ext cx="353482" cy="353482"/>
            </a:xfrm>
            <a:prstGeom prst="rect">
              <a:avLst/>
            </a:prstGeom>
          </p:spPr>
        </p:pic>
        <p:pic>
          <p:nvPicPr>
            <p:cNvPr id="63" name="Graphique 62" descr="Livre fermé avec un remplissage uni">
              <a:hlinkClick r:id="rId38" action="ppaction://hlinksldjump"/>
              <a:extLst>
                <a:ext uri="{FF2B5EF4-FFF2-40B4-BE49-F238E27FC236}">
                  <a16:creationId xmlns:a16="http://schemas.microsoft.com/office/drawing/2014/main" id="{9FD97BC3-CE9A-E248-B4A6-FACB21C8AB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9">
              <a:extLs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/>
            </a:stretch>
          </p:blipFill>
          <p:spPr>
            <a:xfrm>
              <a:off x="5203541" y="646349"/>
              <a:ext cx="369069" cy="36906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6615619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Personnalisé 3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FBF8E3"/>
      </a:accent1>
      <a:accent2>
        <a:srgbClr val="0B4647"/>
      </a:accent2>
      <a:accent3>
        <a:srgbClr val="FBF8E3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Thèm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</TotalTime>
  <Words>545</Words>
  <Application>Microsoft Office PowerPoint</Application>
  <PresentationFormat>Personnalisé</PresentationFormat>
  <Paragraphs>96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10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21" baseType="lpstr">
      <vt:lpstr>Arial</vt:lpstr>
      <vt:lpstr>Calibri</vt:lpstr>
      <vt:lpstr>Calibri Light</vt:lpstr>
      <vt:lpstr>Poppins</vt:lpstr>
      <vt:lpstr>Poppins Light</vt:lpstr>
      <vt:lpstr>Poppins SemiBold</vt:lpstr>
      <vt:lpstr>Poppins Thin</vt:lpstr>
      <vt:lpstr>Strawford</vt:lpstr>
      <vt:lpstr>Strawford Light</vt:lpstr>
      <vt:lpstr>Strawford Medium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Leah VONGSAVANTHONG</dc:creator>
  <cp:lastModifiedBy>TIBI Gad</cp:lastModifiedBy>
  <cp:revision>7</cp:revision>
  <dcterms:created xsi:type="dcterms:W3CDTF">2025-07-25T18:04:24Z</dcterms:created>
  <dcterms:modified xsi:type="dcterms:W3CDTF">2025-08-12T12:13:16Z</dcterms:modified>
</cp:coreProperties>
</file>